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362" r:id="rId3"/>
    <p:sldId id="367" r:id="rId5"/>
    <p:sldId id="368" r:id="rId6"/>
    <p:sldId id="369" r:id="rId7"/>
    <p:sldId id="370" r:id="rId8"/>
    <p:sldId id="364" r:id="rId9"/>
  </p:sldIdLst>
  <p:sldSz cx="9144000" cy="5143500" type="screen16x9"/>
  <p:notesSz cx="6858000" cy="9144000"/>
  <p:defaultTextStyle>
    <a:defPPr>
      <a:defRPr lang="ko-KR"/>
    </a:defPPr>
    <a:lvl1pPr marL="0" lvl="0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1pPr>
    <a:lvl2pPr marL="455930" lvl="1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2pPr>
    <a:lvl3pPr marL="913130" lvl="2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3pPr>
    <a:lvl4pPr marL="1370330" lvl="3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4pPr>
    <a:lvl5pPr marL="1827530" lvl="4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5pPr>
    <a:lvl6pPr marL="2286000" lvl="5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6pPr>
    <a:lvl7pPr marL="2743200" lvl="6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7pPr>
    <a:lvl8pPr marL="3200400" lvl="7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8pPr>
    <a:lvl9pPr marL="3657600" lvl="8" indent="127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Malgun Gothic" panose="020B0503020000020004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9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401" userDrawn="1">
          <p15:clr>
            <a:srgbClr val="A4A3A4"/>
          </p15:clr>
        </p15:guide>
        <p15:guide id="4" pos="54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81CE"/>
    <a:srgbClr val="2FD7FF"/>
    <a:srgbClr val="0C44A0"/>
    <a:srgbClr val="00CCFF"/>
    <a:srgbClr val="082B64"/>
    <a:srgbClr val="00AFFF"/>
    <a:srgbClr val="0036A2"/>
    <a:srgbClr val="A6C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2"/>
    <p:restoredTop sz="90467" autoAdjust="0"/>
  </p:normalViewPr>
  <p:slideViewPr>
    <p:cSldViewPr showGuides="1">
      <p:cViewPr varScale="1">
        <p:scale>
          <a:sx n="85" d="100"/>
          <a:sy n="85" d="100"/>
        </p:scale>
        <p:origin x="1152" y="60"/>
      </p:cViewPr>
      <p:guideLst>
        <p:guide orient="horz" pos="2579"/>
        <p:guide pos="2880"/>
        <p:guide pos="401"/>
        <p:guide pos="54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696C064A-D61B-4B21-B757-51A9B82445B8}" type="datetimeFigureOut">
              <a:rPr lang="en-US" strike="noStrike" noProof="1" smtClean="0">
                <a:latin typeface="Malgun Gothic" panose="020B0503020000020004" pitchFamily="50" charset="-127"/>
                <a:ea typeface="굴림" charset="-127"/>
                <a:cs typeface="+mn-cs"/>
              </a:rPr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50305E07-67EA-4042-A3F6-853A8AD8D209}" type="slidenum">
              <a:rPr lang="en-US" strike="noStrike" noProof="1" smtClean="0">
                <a:latin typeface="Malgun Gothic" panose="020B0503020000020004" pitchFamily="50" charset="-127"/>
                <a:ea typeface="굴림" charset="-127"/>
                <a:cs typeface="+mn-cs"/>
              </a:rPr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79D37B7-F782-4A82-A6A9-5E6AFA740865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fontAlgn="base">
              <a:buNone/>
            </a:pPr>
            <a:fld id="{9A0DB2DC-4C9A-4742-B13C-FB6460FD3503}" type="slidenum">
              <a:rPr lang="ko-KR" altLang="en-US" sz="1200" strike="noStrike" noProof="1" dirty="0">
                <a:latin typeface="Malgun Gothic" panose="020B0503020000020004" pitchFamily="50" charset="-127"/>
                <a:ea typeface="굴림" charset="-127"/>
                <a:cs typeface="+mn-cs"/>
              </a:rPr>
            </a:fld>
            <a:endParaRPr lang="ko-KR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5365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슬라이드 노트 개체 틀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0243" name="슬라이드 번호 개체 틀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ko-KR" altLang="en-US" sz="1200" dirty="0">
                <a:latin typeface="Malgun Gothic" panose="020B0503020000020004" pitchFamily="50" charset="-127"/>
                <a:ea typeface="굴림" charset="-127"/>
              </a:rPr>
            </a:fld>
            <a:endParaRPr lang="ko-KR" altLang="en-US" sz="1200" dirty="0">
              <a:latin typeface="Malgun Gothic" panose="020B0503020000020004" pitchFamily="50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4" name="슬라이드 노트 개체 틀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8435" name="슬라이드 번호 개체 틀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ko-KR" altLang="en-US" sz="1200" dirty="0">
                <a:latin typeface="Malgun Gothic" panose="020B0503020000020004" pitchFamily="50" charset="-127"/>
                <a:ea typeface="굴림" charset="-127"/>
              </a:rPr>
            </a:fld>
            <a:endParaRPr lang="ko-KR" altLang="en-US" sz="1200" dirty="0">
              <a:latin typeface="Malgun Gothic" panose="020B0503020000020004" pitchFamily="50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2" name="슬라이드 노트 개체 틀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0483" name="슬라이드 번호 개체 틀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ko-KR" altLang="en-US" sz="1200" dirty="0">
                <a:latin typeface="Malgun Gothic" panose="020B0503020000020004" pitchFamily="50" charset="-127"/>
                <a:ea typeface="굴림" charset="-127"/>
              </a:rPr>
            </a:fld>
            <a:endParaRPr lang="ko-KR" altLang="en-US" sz="1200" dirty="0">
              <a:latin typeface="Malgun Gothic" panose="020B0503020000020004" pitchFamily="50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6"/>
          <p:cNvPicPr>
            <a:picLocks noChangeAspect="1"/>
          </p:cNvPicPr>
          <p:nvPr userDrawn="1"/>
        </p:nvPicPr>
        <p:blipFill>
          <a:blip r:embed="rId2"/>
          <a:srcRect b="25000"/>
          <a:stretch>
            <a:fillRect/>
          </a:stretch>
        </p:blipFill>
        <p:spPr>
          <a:xfrm>
            <a:off x="7938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직사각형 7"/>
          <p:cNvSpPr/>
          <p:nvPr/>
        </p:nvSpPr>
        <p:spPr>
          <a:xfrm>
            <a:off x="0" y="3378200"/>
            <a:ext cx="9144000" cy="1765300"/>
          </a:xfrm>
          <a:prstGeom prst="rect">
            <a:avLst/>
          </a:prstGeom>
          <a:gradFill>
            <a:gsLst>
              <a:gs pos="0">
                <a:srgbClr val="082B64">
                  <a:alpha val="90000"/>
                </a:srgbClr>
              </a:gs>
              <a:gs pos="100000">
                <a:srgbClr val="0C6BAC"/>
              </a:gs>
            </a:gsLst>
            <a:lin ang="11400000" scaled="0"/>
          </a:gradFill>
          <a:ln>
            <a:noFill/>
          </a:ln>
          <a:effectLst>
            <a:outerShdw blurRad="7747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-703262" y="3330575"/>
            <a:ext cx="10550525" cy="19208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13000"/>
                </a:schemeClr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3C252-D2DA-432C-B668-8B182B4119A9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lvl="0" fontAlgn="base">
              <a:buNone/>
            </a:pPr>
            <a:fld id="{9A0DB2DC-4C9A-4742-B13C-FB6460FD3503}" type="slidenum">
              <a:rPr lang="ko-KR" altLang="en-US" strike="noStrike" noProof="1" dirty="0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lang="ko-KR" altLang="en-US" strike="noStrike" noProof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그림 6"/>
          <p:cNvPicPr>
            <a:picLocks noChangeAspect="1"/>
          </p:cNvPicPr>
          <p:nvPr userDrawn="1"/>
        </p:nvPicPr>
        <p:blipFill>
          <a:blip r:embed="rId2"/>
          <a:srcRect t="6915" b="18085"/>
          <a:stretch>
            <a:fillRect/>
          </a:stretch>
        </p:blipFill>
        <p:spPr>
          <a:xfrm>
            <a:off x="0" y="0"/>
            <a:ext cx="9151938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그룹 7"/>
          <p:cNvGrpSpPr/>
          <p:nvPr userDrawn="1"/>
        </p:nvGrpSpPr>
        <p:grpSpPr>
          <a:xfrm>
            <a:off x="-703262" y="165100"/>
            <a:ext cx="10550525" cy="736600"/>
            <a:chOff x="-702534" y="4029833"/>
            <a:chExt cx="10549068" cy="2827884"/>
          </a:xfrm>
        </p:grpSpPr>
        <p:sp>
          <p:nvSpPr>
            <p:cNvPr id="9" name="직사각형 8"/>
            <p:cNvSpPr/>
            <p:nvPr/>
          </p:nvSpPr>
          <p:spPr>
            <a:xfrm>
              <a:off x="1" y="4077072"/>
              <a:ext cx="9144000" cy="2780645"/>
            </a:xfrm>
            <a:prstGeom prst="rect">
              <a:avLst/>
            </a:prstGeom>
            <a:gradFill>
              <a:gsLst>
                <a:gs pos="0">
                  <a:srgbClr val="082B64">
                    <a:alpha val="90000"/>
                  </a:srgbClr>
                </a:gs>
                <a:gs pos="100000">
                  <a:srgbClr val="0C6BAC">
                    <a:alpha val="57000"/>
                  </a:srgbClr>
                </a:gs>
              </a:gsLst>
              <a:lin ang="11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0" name="타원 9"/>
            <p:cNvSpPr/>
            <p:nvPr/>
          </p:nvSpPr>
          <p:spPr>
            <a:xfrm>
              <a:off x="-702534" y="4029833"/>
              <a:ext cx="10549068" cy="1912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3C252-D2DA-432C-B668-8B182B4119A9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lvl="0" fontAlgn="base">
              <a:buNone/>
            </a:pPr>
            <a:fld id="{9A0DB2DC-4C9A-4742-B13C-FB6460FD3503}" type="slidenum">
              <a:rPr lang="ko-KR" altLang="en-US" strike="noStrike" noProof="1" dirty="0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lang="ko-KR" altLang="en-US" strike="noStrike" noProof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그룹 6"/>
          <p:cNvGrpSpPr/>
          <p:nvPr userDrawn="1"/>
        </p:nvGrpSpPr>
        <p:grpSpPr>
          <a:xfrm>
            <a:off x="-703262" y="-47625"/>
            <a:ext cx="10550525" cy="555625"/>
            <a:chOff x="-702534" y="-47239"/>
            <a:chExt cx="10549068" cy="729410"/>
          </a:xfrm>
        </p:grpSpPr>
        <p:sp>
          <p:nvSpPr>
            <p:cNvPr id="8" name="직사각형 7"/>
            <p:cNvSpPr/>
            <p:nvPr/>
          </p:nvSpPr>
          <p:spPr>
            <a:xfrm>
              <a:off x="1" y="0"/>
              <a:ext cx="9144000" cy="682171"/>
            </a:xfrm>
            <a:prstGeom prst="rect">
              <a:avLst/>
            </a:prstGeom>
            <a:gradFill>
              <a:gsLst>
                <a:gs pos="0">
                  <a:srgbClr val="082B64">
                    <a:alpha val="90000"/>
                  </a:srgbClr>
                </a:gs>
                <a:gs pos="100000">
                  <a:srgbClr val="0C6BAC"/>
                </a:gs>
              </a:gsLst>
              <a:lin ang="11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-702534" y="-47239"/>
              <a:ext cx="10549068" cy="19125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pic>
        <p:nvPicPr>
          <p:cNvPr id="4101" name="그림 9"/>
          <p:cNvPicPr>
            <a:picLocks noChangeAspect="1"/>
          </p:cNvPicPr>
          <p:nvPr userDrawn="1"/>
        </p:nvPicPr>
        <p:blipFill>
          <a:blip r:embed="rId2"/>
          <a:srcRect b="39359"/>
          <a:stretch>
            <a:fillRect/>
          </a:stretch>
        </p:blipFill>
        <p:spPr>
          <a:xfrm>
            <a:off x="8027988" y="0"/>
            <a:ext cx="1116012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539750" y="74848"/>
            <a:ext cx="7772401" cy="431130"/>
          </a:xfrm>
        </p:spPr>
        <p:txBody>
          <a:bodyPr vert="horz" lIns="91426" tIns="45712" rIns="91426" bIns="45712" rtlCol="0" anchor="ctr">
            <a:noAutofit/>
          </a:bodyPr>
          <a:lstStyle>
            <a:lvl1pPr algn="l">
              <a:defRPr lang="ko-KR" altLang="en-US" sz="32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fontAlgn="auto"/>
            <a:r>
              <a:rPr lang="ko-KR" altLang="en-US" strike="noStrike" noProof="1"/>
              <a:t>마스터 제목 스타일 편집</a:t>
            </a:r>
            <a:endParaRPr lang="ko-KR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3C252-D2DA-432C-B668-8B182B4119A9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lvl="0" fontAlgn="base">
              <a:buNone/>
            </a:pPr>
            <a:fld id="{9A0DB2DC-4C9A-4742-B13C-FB6460FD3503}" type="slidenum">
              <a:rPr lang="ko-KR" altLang="en-US" strike="noStrike" noProof="1" dirty="0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lang="ko-KR" altLang="en-US" strike="noStrike" noProof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3C252-D2DA-432C-B668-8B182B4119A9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/>
          <a:p>
            <a:pPr lvl="0" fontAlgn="base">
              <a:buNone/>
            </a:pPr>
            <a:fld id="{9A0DB2DC-4C9A-4742-B13C-FB6460FD3503}" type="slidenum">
              <a:rPr lang="ko-KR" altLang="en-US" strike="noStrike" noProof="1" dirty="0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lang="ko-KR" altLang="en-US" strike="noStrike" noProof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26" tIns="45712" rIns="91426" bIns="45712" anchor="ctr" anchorCtr="0"/>
          <a:lstStyle/>
          <a:p>
            <a:pPr lvl="0"/>
            <a:r>
              <a:rPr lang="ko-KR" altLang="en-US" dirty="0"/>
              <a:t>마스터 제목 스타일 편집</a:t>
            </a:r>
            <a:endParaRPr lang="ko-KR" altLang="en-US" dirty="0"/>
          </a:p>
        </p:txBody>
      </p:sp>
      <p:sp>
        <p:nvSpPr>
          <p:cNvPr id="1027" name="텍스트 개체 틀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26" tIns="45712" rIns="91426" bIns="45712" anchor="t" anchorCtr="0"/>
          <a:lstStyle/>
          <a:p>
            <a:pPr lvl="0"/>
            <a:r>
              <a:rPr lang="ko-KR" altLang="en-US" dirty="0"/>
              <a:t>마스터 텍스트 스타일을 편집합니다</a:t>
            </a:r>
            <a:endParaRPr lang="ko-KR" altLang="en-US" dirty="0"/>
          </a:p>
          <a:p>
            <a:pPr lvl="1" indent="-285750"/>
            <a:r>
              <a:rPr lang="ko-KR" altLang="en-US" dirty="0"/>
              <a:t>둘째 수준</a:t>
            </a:r>
            <a:endParaRPr lang="ko-KR" altLang="en-US" dirty="0"/>
          </a:p>
          <a:p>
            <a:pPr lvl="2" indent="-228600"/>
            <a:r>
              <a:rPr lang="ko-KR" altLang="en-US" dirty="0"/>
              <a:t>셋째 수준</a:t>
            </a:r>
            <a:endParaRPr lang="ko-KR" altLang="en-US" dirty="0"/>
          </a:p>
          <a:p>
            <a:pPr lvl="3" indent="-228600"/>
            <a:r>
              <a:rPr lang="ko-KR" altLang="en-US" dirty="0"/>
              <a:t>넷째 수준</a:t>
            </a:r>
            <a:endParaRPr lang="ko-KR" altLang="en-US" dirty="0"/>
          </a:p>
          <a:p>
            <a:pPr lvl="4" indent="-227965"/>
            <a:r>
              <a:rPr lang="ko-KR" altLang="en-US" dirty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863C252-D2DA-432C-B668-8B182B4119A9}" type="datetimeFigureOut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ko-KR" altLang="en-US" strike="noStrike" noProof="1" dirty="0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</a:fld>
            <a:endParaRPr lang="ko-KR" altLang="en-US" strike="noStrike" noProof="1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5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6765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3965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직사각형 63"/>
          <p:cNvSpPr/>
          <p:nvPr/>
        </p:nvSpPr>
        <p:spPr>
          <a:xfrm>
            <a:off x="998538" y="896938"/>
            <a:ext cx="8145463" cy="4143375"/>
          </a:xfrm>
          <a:prstGeom prst="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pic>
        <p:nvPicPr>
          <p:cNvPr id="9218" name="그림 66" descr="그림자.png"/>
          <p:cNvPicPr>
            <a:picLocks noChangeAspect="1"/>
          </p:cNvPicPr>
          <p:nvPr/>
        </p:nvPicPr>
        <p:blipFill>
          <a:blip r:embed="rId1">
            <a:grayscl/>
            <a:lum bright="-100000"/>
          </a:blip>
          <a:stretch>
            <a:fillRect/>
          </a:stretch>
        </p:blipFill>
        <p:spPr>
          <a:xfrm>
            <a:off x="1659964" y="268287"/>
            <a:ext cx="817563" cy="5400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" name="자유형 68"/>
          <p:cNvSpPr/>
          <p:nvPr/>
        </p:nvSpPr>
        <p:spPr>
          <a:xfrm>
            <a:off x="628650" y="1687513"/>
            <a:ext cx="368300" cy="285750"/>
          </a:xfrm>
          <a:custGeom>
            <a:avLst/>
            <a:gdLst>
              <a:gd name="connsiteX0" fmla="*/ 0 w 235024"/>
              <a:gd name="connsiteY0" fmla="*/ 0 h 302592"/>
              <a:gd name="connsiteX1" fmla="*/ 235024 w 235024"/>
              <a:gd name="connsiteY1" fmla="*/ 0 h 302592"/>
              <a:gd name="connsiteX2" fmla="*/ 235024 w 235024"/>
              <a:gd name="connsiteY2" fmla="*/ 302592 h 302592"/>
              <a:gd name="connsiteX3" fmla="*/ 0 w 235024"/>
              <a:gd name="connsiteY3" fmla="*/ 302592 h 302592"/>
              <a:gd name="connsiteX4" fmla="*/ 0 w 235024"/>
              <a:gd name="connsiteY4" fmla="*/ 0 h 302592"/>
              <a:gd name="connsiteX0-1" fmla="*/ 279326 w 514350"/>
              <a:gd name="connsiteY0-2" fmla="*/ 0 h 302592"/>
              <a:gd name="connsiteX1-3" fmla="*/ 514350 w 514350"/>
              <a:gd name="connsiteY1-4" fmla="*/ 0 h 302592"/>
              <a:gd name="connsiteX2-5" fmla="*/ 514350 w 514350"/>
              <a:gd name="connsiteY2-6" fmla="*/ 302592 h 302592"/>
              <a:gd name="connsiteX3-7" fmla="*/ 279326 w 514350"/>
              <a:gd name="connsiteY3-8" fmla="*/ 302592 h 302592"/>
              <a:gd name="connsiteX4-9" fmla="*/ 279326 w 514350"/>
              <a:gd name="connsiteY4-10" fmla="*/ 0 h 302592"/>
              <a:gd name="connsiteX0-11" fmla="*/ 279326 w 514350"/>
              <a:gd name="connsiteY0-12" fmla="*/ 0 h 302592"/>
              <a:gd name="connsiteX1-13" fmla="*/ 514350 w 514350"/>
              <a:gd name="connsiteY1-14" fmla="*/ 0 h 302592"/>
              <a:gd name="connsiteX2-15" fmla="*/ 514350 w 514350"/>
              <a:gd name="connsiteY2-16" fmla="*/ 302592 h 302592"/>
              <a:gd name="connsiteX3-17" fmla="*/ 279326 w 514350"/>
              <a:gd name="connsiteY3-18" fmla="*/ 302592 h 302592"/>
              <a:gd name="connsiteX4-19" fmla="*/ 279326 w 514350"/>
              <a:gd name="connsiteY4-20" fmla="*/ 0 h 302592"/>
              <a:gd name="connsiteX0-21" fmla="*/ 226145 w 461169"/>
              <a:gd name="connsiteY0-22" fmla="*/ 0 h 302592"/>
              <a:gd name="connsiteX1-23" fmla="*/ 461169 w 461169"/>
              <a:gd name="connsiteY1-24" fmla="*/ 0 h 302592"/>
              <a:gd name="connsiteX2-25" fmla="*/ 461169 w 461169"/>
              <a:gd name="connsiteY2-26" fmla="*/ 302592 h 302592"/>
              <a:gd name="connsiteX3-27" fmla="*/ 226145 w 461169"/>
              <a:gd name="connsiteY3-28" fmla="*/ 302592 h 302592"/>
              <a:gd name="connsiteX4-29" fmla="*/ 226145 w 461169"/>
              <a:gd name="connsiteY4-30" fmla="*/ 0 h 302592"/>
              <a:gd name="connsiteX0-31" fmla="*/ 226145 w 461169"/>
              <a:gd name="connsiteY0-32" fmla="*/ 0 h 302592"/>
              <a:gd name="connsiteX1-33" fmla="*/ 461169 w 461169"/>
              <a:gd name="connsiteY1-34" fmla="*/ 0 h 302592"/>
              <a:gd name="connsiteX2-35" fmla="*/ 461169 w 461169"/>
              <a:gd name="connsiteY2-36" fmla="*/ 302592 h 302592"/>
              <a:gd name="connsiteX3-37" fmla="*/ 226145 w 461169"/>
              <a:gd name="connsiteY3-38" fmla="*/ 302592 h 302592"/>
              <a:gd name="connsiteX4-39" fmla="*/ 226145 w 461169"/>
              <a:gd name="connsiteY4-40" fmla="*/ 0 h 302592"/>
              <a:gd name="connsiteX0-41" fmla="*/ 218009 w 453033"/>
              <a:gd name="connsiteY0-42" fmla="*/ 0 h 302592"/>
              <a:gd name="connsiteX1-43" fmla="*/ 453033 w 453033"/>
              <a:gd name="connsiteY1-44" fmla="*/ 0 h 302592"/>
              <a:gd name="connsiteX2-45" fmla="*/ 453033 w 453033"/>
              <a:gd name="connsiteY2-46" fmla="*/ 302592 h 302592"/>
              <a:gd name="connsiteX3-47" fmla="*/ 218009 w 453033"/>
              <a:gd name="connsiteY3-48" fmla="*/ 302592 h 302592"/>
              <a:gd name="connsiteX4-49" fmla="*/ 218009 w 453033"/>
              <a:gd name="connsiteY4-50" fmla="*/ 0 h 302592"/>
              <a:gd name="connsiteX0-51" fmla="*/ 119782 w 354806"/>
              <a:gd name="connsiteY0-52" fmla="*/ 0 h 302592"/>
              <a:gd name="connsiteX1-53" fmla="*/ 354806 w 354806"/>
              <a:gd name="connsiteY1-54" fmla="*/ 0 h 302592"/>
              <a:gd name="connsiteX2-55" fmla="*/ 354806 w 354806"/>
              <a:gd name="connsiteY2-56" fmla="*/ 302592 h 302592"/>
              <a:gd name="connsiteX3-57" fmla="*/ 119782 w 354806"/>
              <a:gd name="connsiteY3-58" fmla="*/ 302592 h 302592"/>
              <a:gd name="connsiteX4-59" fmla="*/ 0 w 354806"/>
              <a:gd name="connsiteY4-60" fmla="*/ 146253 h 302592"/>
              <a:gd name="connsiteX5" fmla="*/ 119782 w 354806"/>
              <a:gd name="connsiteY5" fmla="*/ 0 h 302592"/>
              <a:gd name="connsiteX0-61" fmla="*/ 122163 w 357187"/>
              <a:gd name="connsiteY0-62" fmla="*/ 0 h 302592"/>
              <a:gd name="connsiteX1-63" fmla="*/ 357187 w 357187"/>
              <a:gd name="connsiteY1-64" fmla="*/ 0 h 302592"/>
              <a:gd name="connsiteX2-65" fmla="*/ 357187 w 357187"/>
              <a:gd name="connsiteY2-66" fmla="*/ 302592 h 302592"/>
              <a:gd name="connsiteX3-67" fmla="*/ 122163 w 357187"/>
              <a:gd name="connsiteY3-68" fmla="*/ 302592 h 302592"/>
              <a:gd name="connsiteX4-69" fmla="*/ 2381 w 357187"/>
              <a:gd name="connsiteY4-70" fmla="*/ 146253 h 302592"/>
              <a:gd name="connsiteX5-71" fmla="*/ 122163 w 357187"/>
              <a:gd name="connsiteY5-72" fmla="*/ 0 h 302592"/>
              <a:gd name="connsiteX0-73" fmla="*/ 126925 w 361949"/>
              <a:gd name="connsiteY0-74" fmla="*/ 0 h 302592"/>
              <a:gd name="connsiteX1-75" fmla="*/ 361949 w 361949"/>
              <a:gd name="connsiteY1-76" fmla="*/ 0 h 302592"/>
              <a:gd name="connsiteX2-77" fmla="*/ 361949 w 361949"/>
              <a:gd name="connsiteY2-78" fmla="*/ 302592 h 302592"/>
              <a:gd name="connsiteX3-79" fmla="*/ 126925 w 361949"/>
              <a:gd name="connsiteY3-80" fmla="*/ 302592 h 302592"/>
              <a:gd name="connsiteX4-81" fmla="*/ 2381 w 361949"/>
              <a:gd name="connsiteY4-82" fmla="*/ 143732 h 302592"/>
              <a:gd name="connsiteX5-83" fmla="*/ 126925 w 361949"/>
              <a:gd name="connsiteY5-84" fmla="*/ 0 h 302592"/>
              <a:gd name="connsiteX0-85" fmla="*/ 128885 w 363909"/>
              <a:gd name="connsiteY0-86" fmla="*/ 0 h 302592"/>
              <a:gd name="connsiteX1-87" fmla="*/ 363909 w 363909"/>
              <a:gd name="connsiteY1-88" fmla="*/ 0 h 302592"/>
              <a:gd name="connsiteX2-89" fmla="*/ 363909 w 363909"/>
              <a:gd name="connsiteY2-90" fmla="*/ 302592 h 302592"/>
              <a:gd name="connsiteX3-91" fmla="*/ 128885 w 363909"/>
              <a:gd name="connsiteY3-92" fmla="*/ 302592 h 302592"/>
              <a:gd name="connsiteX4-93" fmla="*/ 4341 w 363909"/>
              <a:gd name="connsiteY4-94" fmla="*/ 143732 h 302592"/>
              <a:gd name="connsiteX5-95" fmla="*/ 128885 w 363909"/>
              <a:gd name="connsiteY5-96" fmla="*/ 0 h 302592"/>
              <a:gd name="connsiteX0-97" fmla="*/ 128885 w 363909"/>
              <a:gd name="connsiteY0-98" fmla="*/ 0 h 302592"/>
              <a:gd name="connsiteX1-99" fmla="*/ 363909 w 363909"/>
              <a:gd name="connsiteY1-100" fmla="*/ 0 h 302592"/>
              <a:gd name="connsiteX2-101" fmla="*/ 363909 w 363909"/>
              <a:gd name="connsiteY2-102" fmla="*/ 302592 h 302592"/>
              <a:gd name="connsiteX3-103" fmla="*/ 128885 w 363909"/>
              <a:gd name="connsiteY3-104" fmla="*/ 302592 h 302592"/>
              <a:gd name="connsiteX4-105" fmla="*/ 4341 w 363909"/>
              <a:gd name="connsiteY4-106" fmla="*/ 143732 h 302592"/>
              <a:gd name="connsiteX5-107" fmla="*/ 128885 w 363909"/>
              <a:gd name="connsiteY5-108" fmla="*/ 0 h 302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363909" h="302592">
                <a:moveTo>
                  <a:pt x="128885" y="0"/>
                </a:moveTo>
                <a:lnTo>
                  <a:pt x="363909" y="0"/>
                </a:lnTo>
                <a:lnTo>
                  <a:pt x="363909" y="302592"/>
                </a:lnTo>
                <a:lnTo>
                  <a:pt x="128885" y="302592"/>
                </a:lnTo>
                <a:cubicBezTo>
                  <a:pt x="69751" y="276536"/>
                  <a:pt x="0" y="224710"/>
                  <a:pt x="4341" y="143732"/>
                </a:cubicBezTo>
                <a:cubicBezTo>
                  <a:pt x="1960" y="15132"/>
                  <a:pt x="60077" y="32123"/>
                  <a:pt x="128885" y="0"/>
                </a:cubicBezTo>
                <a:close/>
              </a:path>
            </a:pathLst>
          </a:custGeom>
          <a:solidFill>
            <a:srgbClr val="0C44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0" name="자유형 69"/>
          <p:cNvSpPr/>
          <p:nvPr/>
        </p:nvSpPr>
        <p:spPr>
          <a:xfrm>
            <a:off x="628650" y="2644775"/>
            <a:ext cx="368300" cy="285750"/>
          </a:xfrm>
          <a:custGeom>
            <a:avLst/>
            <a:gdLst>
              <a:gd name="connsiteX0" fmla="*/ 0 w 235024"/>
              <a:gd name="connsiteY0" fmla="*/ 0 h 302592"/>
              <a:gd name="connsiteX1" fmla="*/ 235024 w 235024"/>
              <a:gd name="connsiteY1" fmla="*/ 0 h 302592"/>
              <a:gd name="connsiteX2" fmla="*/ 235024 w 235024"/>
              <a:gd name="connsiteY2" fmla="*/ 302592 h 302592"/>
              <a:gd name="connsiteX3" fmla="*/ 0 w 235024"/>
              <a:gd name="connsiteY3" fmla="*/ 302592 h 302592"/>
              <a:gd name="connsiteX4" fmla="*/ 0 w 235024"/>
              <a:gd name="connsiteY4" fmla="*/ 0 h 302592"/>
              <a:gd name="connsiteX0-1" fmla="*/ 279326 w 514350"/>
              <a:gd name="connsiteY0-2" fmla="*/ 0 h 302592"/>
              <a:gd name="connsiteX1-3" fmla="*/ 514350 w 514350"/>
              <a:gd name="connsiteY1-4" fmla="*/ 0 h 302592"/>
              <a:gd name="connsiteX2-5" fmla="*/ 514350 w 514350"/>
              <a:gd name="connsiteY2-6" fmla="*/ 302592 h 302592"/>
              <a:gd name="connsiteX3-7" fmla="*/ 279326 w 514350"/>
              <a:gd name="connsiteY3-8" fmla="*/ 302592 h 302592"/>
              <a:gd name="connsiteX4-9" fmla="*/ 279326 w 514350"/>
              <a:gd name="connsiteY4-10" fmla="*/ 0 h 302592"/>
              <a:gd name="connsiteX0-11" fmla="*/ 279326 w 514350"/>
              <a:gd name="connsiteY0-12" fmla="*/ 0 h 302592"/>
              <a:gd name="connsiteX1-13" fmla="*/ 514350 w 514350"/>
              <a:gd name="connsiteY1-14" fmla="*/ 0 h 302592"/>
              <a:gd name="connsiteX2-15" fmla="*/ 514350 w 514350"/>
              <a:gd name="connsiteY2-16" fmla="*/ 302592 h 302592"/>
              <a:gd name="connsiteX3-17" fmla="*/ 279326 w 514350"/>
              <a:gd name="connsiteY3-18" fmla="*/ 302592 h 302592"/>
              <a:gd name="connsiteX4-19" fmla="*/ 279326 w 514350"/>
              <a:gd name="connsiteY4-20" fmla="*/ 0 h 302592"/>
              <a:gd name="connsiteX0-21" fmla="*/ 226145 w 461169"/>
              <a:gd name="connsiteY0-22" fmla="*/ 0 h 302592"/>
              <a:gd name="connsiteX1-23" fmla="*/ 461169 w 461169"/>
              <a:gd name="connsiteY1-24" fmla="*/ 0 h 302592"/>
              <a:gd name="connsiteX2-25" fmla="*/ 461169 w 461169"/>
              <a:gd name="connsiteY2-26" fmla="*/ 302592 h 302592"/>
              <a:gd name="connsiteX3-27" fmla="*/ 226145 w 461169"/>
              <a:gd name="connsiteY3-28" fmla="*/ 302592 h 302592"/>
              <a:gd name="connsiteX4-29" fmla="*/ 226145 w 461169"/>
              <a:gd name="connsiteY4-30" fmla="*/ 0 h 302592"/>
              <a:gd name="connsiteX0-31" fmla="*/ 226145 w 461169"/>
              <a:gd name="connsiteY0-32" fmla="*/ 0 h 302592"/>
              <a:gd name="connsiteX1-33" fmla="*/ 461169 w 461169"/>
              <a:gd name="connsiteY1-34" fmla="*/ 0 h 302592"/>
              <a:gd name="connsiteX2-35" fmla="*/ 461169 w 461169"/>
              <a:gd name="connsiteY2-36" fmla="*/ 302592 h 302592"/>
              <a:gd name="connsiteX3-37" fmla="*/ 226145 w 461169"/>
              <a:gd name="connsiteY3-38" fmla="*/ 302592 h 302592"/>
              <a:gd name="connsiteX4-39" fmla="*/ 226145 w 461169"/>
              <a:gd name="connsiteY4-40" fmla="*/ 0 h 302592"/>
              <a:gd name="connsiteX0-41" fmla="*/ 218009 w 453033"/>
              <a:gd name="connsiteY0-42" fmla="*/ 0 h 302592"/>
              <a:gd name="connsiteX1-43" fmla="*/ 453033 w 453033"/>
              <a:gd name="connsiteY1-44" fmla="*/ 0 h 302592"/>
              <a:gd name="connsiteX2-45" fmla="*/ 453033 w 453033"/>
              <a:gd name="connsiteY2-46" fmla="*/ 302592 h 302592"/>
              <a:gd name="connsiteX3-47" fmla="*/ 218009 w 453033"/>
              <a:gd name="connsiteY3-48" fmla="*/ 302592 h 302592"/>
              <a:gd name="connsiteX4-49" fmla="*/ 218009 w 453033"/>
              <a:gd name="connsiteY4-50" fmla="*/ 0 h 302592"/>
              <a:gd name="connsiteX0-51" fmla="*/ 119782 w 354806"/>
              <a:gd name="connsiteY0-52" fmla="*/ 0 h 302592"/>
              <a:gd name="connsiteX1-53" fmla="*/ 354806 w 354806"/>
              <a:gd name="connsiteY1-54" fmla="*/ 0 h 302592"/>
              <a:gd name="connsiteX2-55" fmla="*/ 354806 w 354806"/>
              <a:gd name="connsiteY2-56" fmla="*/ 302592 h 302592"/>
              <a:gd name="connsiteX3-57" fmla="*/ 119782 w 354806"/>
              <a:gd name="connsiteY3-58" fmla="*/ 302592 h 302592"/>
              <a:gd name="connsiteX4-59" fmla="*/ 0 w 354806"/>
              <a:gd name="connsiteY4-60" fmla="*/ 146253 h 302592"/>
              <a:gd name="connsiteX5" fmla="*/ 119782 w 354806"/>
              <a:gd name="connsiteY5" fmla="*/ 0 h 302592"/>
              <a:gd name="connsiteX0-61" fmla="*/ 122163 w 357187"/>
              <a:gd name="connsiteY0-62" fmla="*/ 0 h 302592"/>
              <a:gd name="connsiteX1-63" fmla="*/ 357187 w 357187"/>
              <a:gd name="connsiteY1-64" fmla="*/ 0 h 302592"/>
              <a:gd name="connsiteX2-65" fmla="*/ 357187 w 357187"/>
              <a:gd name="connsiteY2-66" fmla="*/ 302592 h 302592"/>
              <a:gd name="connsiteX3-67" fmla="*/ 122163 w 357187"/>
              <a:gd name="connsiteY3-68" fmla="*/ 302592 h 302592"/>
              <a:gd name="connsiteX4-69" fmla="*/ 2381 w 357187"/>
              <a:gd name="connsiteY4-70" fmla="*/ 146253 h 302592"/>
              <a:gd name="connsiteX5-71" fmla="*/ 122163 w 357187"/>
              <a:gd name="connsiteY5-72" fmla="*/ 0 h 302592"/>
              <a:gd name="connsiteX0-73" fmla="*/ 126925 w 361949"/>
              <a:gd name="connsiteY0-74" fmla="*/ 0 h 302592"/>
              <a:gd name="connsiteX1-75" fmla="*/ 361949 w 361949"/>
              <a:gd name="connsiteY1-76" fmla="*/ 0 h 302592"/>
              <a:gd name="connsiteX2-77" fmla="*/ 361949 w 361949"/>
              <a:gd name="connsiteY2-78" fmla="*/ 302592 h 302592"/>
              <a:gd name="connsiteX3-79" fmla="*/ 126925 w 361949"/>
              <a:gd name="connsiteY3-80" fmla="*/ 302592 h 302592"/>
              <a:gd name="connsiteX4-81" fmla="*/ 2381 w 361949"/>
              <a:gd name="connsiteY4-82" fmla="*/ 143732 h 302592"/>
              <a:gd name="connsiteX5-83" fmla="*/ 126925 w 361949"/>
              <a:gd name="connsiteY5-84" fmla="*/ 0 h 302592"/>
              <a:gd name="connsiteX0-85" fmla="*/ 128885 w 363909"/>
              <a:gd name="connsiteY0-86" fmla="*/ 0 h 302592"/>
              <a:gd name="connsiteX1-87" fmla="*/ 363909 w 363909"/>
              <a:gd name="connsiteY1-88" fmla="*/ 0 h 302592"/>
              <a:gd name="connsiteX2-89" fmla="*/ 363909 w 363909"/>
              <a:gd name="connsiteY2-90" fmla="*/ 302592 h 302592"/>
              <a:gd name="connsiteX3-91" fmla="*/ 128885 w 363909"/>
              <a:gd name="connsiteY3-92" fmla="*/ 302592 h 302592"/>
              <a:gd name="connsiteX4-93" fmla="*/ 4341 w 363909"/>
              <a:gd name="connsiteY4-94" fmla="*/ 143732 h 302592"/>
              <a:gd name="connsiteX5-95" fmla="*/ 128885 w 363909"/>
              <a:gd name="connsiteY5-96" fmla="*/ 0 h 302592"/>
              <a:gd name="connsiteX0-97" fmla="*/ 128885 w 363909"/>
              <a:gd name="connsiteY0-98" fmla="*/ 0 h 302592"/>
              <a:gd name="connsiteX1-99" fmla="*/ 363909 w 363909"/>
              <a:gd name="connsiteY1-100" fmla="*/ 0 h 302592"/>
              <a:gd name="connsiteX2-101" fmla="*/ 363909 w 363909"/>
              <a:gd name="connsiteY2-102" fmla="*/ 302592 h 302592"/>
              <a:gd name="connsiteX3-103" fmla="*/ 128885 w 363909"/>
              <a:gd name="connsiteY3-104" fmla="*/ 302592 h 302592"/>
              <a:gd name="connsiteX4-105" fmla="*/ 4341 w 363909"/>
              <a:gd name="connsiteY4-106" fmla="*/ 143732 h 302592"/>
              <a:gd name="connsiteX5-107" fmla="*/ 128885 w 363909"/>
              <a:gd name="connsiteY5-108" fmla="*/ 0 h 302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363909" h="302592">
                <a:moveTo>
                  <a:pt x="128885" y="0"/>
                </a:moveTo>
                <a:lnTo>
                  <a:pt x="363909" y="0"/>
                </a:lnTo>
                <a:lnTo>
                  <a:pt x="363909" y="302592"/>
                </a:lnTo>
                <a:lnTo>
                  <a:pt x="128885" y="302592"/>
                </a:lnTo>
                <a:cubicBezTo>
                  <a:pt x="69751" y="276536"/>
                  <a:pt x="0" y="224710"/>
                  <a:pt x="4341" y="143732"/>
                </a:cubicBezTo>
                <a:cubicBezTo>
                  <a:pt x="1960" y="15132"/>
                  <a:pt x="60077" y="32123"/>
                  <a:pt x="128885" y="0"/>
                </a:cubicBezTo>
                <a:close/>
              </a:path>
            </a:pathLst>
          </a:custGeom>
          <a:solidFill>
            <a:srgbClr val="0E81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4" name="자유형 73"/>
          <p:cNvSpPr/>
          <p:nvPr/>
        </p:nvSpPr>
        <p:spPr>
          <a:xfrm>
            <a:off x="628650" y="3632200"/>
            <a:ext cx="368300" cy="285750"/>
          </a:xfrm>
          <a:custGeom>
            <a:avLst/>
            <a:gdLst>
              <a:gd name="connsiteX0" fmla="*/ 0 w 235024"/>
              <a:gd name="connsiteY0" fmla="*/ 0 h 302592"/>
              <a:gd name="connsiteX1" fmla="*/ 235024 w 235024"/>
              <a:gd name="connsiteY1" fmla="*/ 0 h 302592"/>
              <a:gd name="connsiteX2" fmla="*/ 235024 w 235024"/>
              <a:gd name="connsiteY2" fmla="*/ 302592 h 302592"/>
              <a:gd name="connsiteX3" fmla="*/ 0 w 235024"/>
              <a:gd name="connsiteY3" fmla="*/ 302592 h 302592"/>
              <a:gd name="connsiteX4" fmla="*/ 0 w 235024"/>
              <a:gd name="connsiteY4" fmla="*/ 0 h 302592"/>
              <a:gd name="connsiteX0-1" fmla="*/ 279326 w 514350"/>
              <a:gd name="connsiteY0-2" fmla="*/ 0 h 302592"/>
              <a:gd name="connsiteX1-3" fmla="*/ 514350 w 514350"/>
              <a:gd name="connsiteY1-4" fmla="*/ 0 h 302592"/>
              <a:gd name="connsiteX2-5" fmla="*/ 514350 w 514350"/>
              <a:gd name="connsiteY2-6" fmla="*/ 302592 h 302592"/>
              <a:gd name="connsiteX3-7" fmla="*/ 279326 w 514350"/>
              <a:gd name="connsiteY3-8" fmla="*/ 302592 h 302592"/>
              <a:gd name="connsiteX4-9" fmla="*/ 279326 w 514350"/>
              <a:gd name="connsiteY4-10" fmla="*/ 0 h 302592"/>
              <a:gd name="connsiteX0-11" fmla="*/ 279326 w 514350"/>
              <a:gd name="connsiteY0-12" fmla="*/ 0 h 302592"/>
              <a:gd name="connsiteX1-13" fmla="*/ 514350 w 514350"/>
              <a:gd name="connsiteY1-14" fmla="*/ 0 h 302592"/>
              <a:gd name="connsiteX2-15" fmla="*/ 514350 w 514350"/>
              <a:gd name="connsiteY2-16" fmla="*/ 302592 h 302592"/>
              <a:gd name="connsiteX3-17" fmla="*/ 279326 w 514350"/>
              <a:gd name="connsiteY3-18" fmla="*/ 302592 h 302592"/>
              <a:gd name="connsiteX4-19" fmla="*/ 279326 w 514350"/>
              <a:gd name="connsiteY4-20" fmla="*/ 0 h 302592"/>
              <a:gd name="connsiteX0-21" fmla="*/ 226145 w 461169"/>
              <a:gd name="connsiteY0-22" fmla="*/ 0 h 302592"/>
              <a:gd name="connsiteX1-23" fmla="*/ 461169 w 461169"/>
              <a:gd name="connsiteY1-24" fmla="*/ 0 h 302592"/>
              <a:gd name="connsiteX2-25" fmla="*/ 461169 w 461169"/>
              <a:gd name="connsiteY2-26" fmla="*/ 302592 h 302592"/>
              <a:gd name="connsiteX3-27" fmla="*/ 226145 w 461169"/>
              <a:gd name="connsiteY3-28" fmla="*/ 302592 h 302592"/>
              <a:gd name="connsiteX4-29" fmla="*/ 226145 w 461169"/>
              <a:gd name="connsiteY4-30" fmla="*/ 0 h 302592"/>
              <a:gd name="connsiteX0-31" fmla="*/ 226145 w 461169"/>
              <a:gd name="connsiteY0-32" fmla="*/ 0 h 302592"/>
              <a:gd name="connsiteX1-33" fmla="*/ 461169 w 461169"/>
              <a:gd name="connsiteY1-34" fmla="*/ 0 h 302592"/>
              <a:gd name="connsiteX2-35" fmla="*/ 461169 w 461169"/>
              <a:gd name="connsiteY2-36" fmla="*/ 302592 h 302592"/>
              <a:gd name="connsiteX3-37" fmla="*/ 226145 w 461169"/>
              <a:gd name="connsiteY3-38" fmla="*/ 302592 h 302592"/>
              <a:gd name="connsiteX4-39" fmla="*/ 226145 w 461169"/>
              <a:gd name="connsiteY4-40" fmla="*/ 0 h 302592"/>
              <a:gd name="connsiteX0-41" fmla="*/ 218009 w 453033"/>
              <a:gd name="connsiteY0-42" fmla="*/ 0 h 302592"/>
              <a:gd name="connsiteX1-43" fmla="*/ 453033 w 453033"/>
              <a:gd name="connsiteY1-44" fmla="*/ 0 h 302592"/>
              <a:gd name="connsiteX2-45" fmla="*/ 453033 w 453033"/>
              <a:gd name="connsiteY2-46" fmla="*/ 302592 h 302592"/>
              <a:gd name="connsiteX3-47" fmla="*/ 218009 w 453033"/>
              <a:gd name="connsiteY3-48" fmla="*/ 302592 h 302592"/>
              <a:gd name="connsiteX4-49" fmla="*/ 218009 w 453033"/>
              <a:gd name="connsiteY4-50" fmla="*/ 0 h 302592"/>
              <a:gd name="connsiteX0-51" fmla="*/ 119782 w 354806"/>
              <a:gd name="connsiteY0-52" fmla="*/ 0 h 302592"/>
              <a:gd name="connsiteX1-53" fmla="*/ 354806 w 354806"/>
              <a:gd name="connsiteY1-54" fmla="*/ 0 h 302592"/>
              <a:gd name="connsiteX2-55" fmla="*/ 354806 w 354806"/>
              <a:gd name="connsiteY2-56" fmla="*/ 302592 h 302592"/>
              <a:gd name="connsiteX3-57" fmla="*/ 119782 w 354806"/>
              <a:gd name="connsiteY3-58" fmla="*/ 302592 h 302592"/>
              <a:gd name="connsiteX4-59" fmla="*/ 0 w 354806"/>
              <a:gd name="connsiteY4-60" fmla="*/ 146253 h 302592"/>
              <a:gd name="connsiteX5" fmla="*/ 119782 w 354806"/>
              <a:gd name="connsiteY5" fmla="*/ 0 h 302592"/>
              <a:gd name="connsiteX0-61" fmla="*/ 122163 w 357187"/>
              <a:gd name="connsiteY0-62" fmla="*/ 0 h 302592"/>
              <a:gd name="connsiteX1-63" fmla="*/ 357187 w 357187"/>
              <a:gd name="connsiteY1-64" fmla="*/ 0 h 302592"/>
              <a:gd name="connsiteX2-65" fmla="*/ 357187 w 357187"/>
              <a:gd name="connsiteY2-66" fmla="*/ 302592 h 302592"/>
              <a:gd name="connsiteX3-67" fmla="*/ 122163 w 357187"/>
              <a:gd name="connsiteY3-68" fmla="*/ 302592 h 302592"/>
              <a:gd name="connsiteX4-69" fmla="*/ 2381 w 357187"/>
              <a:gd name="connsiteY4-70" fmla="*/ 146253 h 302592"/>
              <a:gd name="connsiteX5-71" fmla="*/ 122163 w 357187"/>
              <a:gd name="connsiteY5-72" fmla="*/ 0 h 302592"/>
              <a:gd name="connsiteX0-73" fmla="*/ 126925 w 361949"/>
              <a:gd name="connsiteY0-74" fmla="*/ 0 h 302592"/>
              <a:gd name="connsiteX1-75" fmla="*/ 361949 w 361949"/>
              <a:gd name="connsiteY1-76" fmla="*/ 0 h 302592"/>
              <a:gd name="connsiteX2-77" fmla="*/ 361949 w 361949"/>
              <a:gd name="connsiteY2-78" fmla="*/ 302592 h 302592"/>
              <a:gd name="connsiteX3-79" fmla="*/ 126925 w 361949"/>
              <a:gd name="connsiteY3-80" fmla="*/ 302592 h 302592"/>
              <a:gd name="connsiteX4-81" fmla="*/ 2381 w 361949"/>
              <a:gd name="connsiteY4-82" fmla="*/ 143732 h 302592"/>
              <a:gd name="connsiteX5-83" fmla="*/ 126925 w 361949"/>
              <a:gd name="connsiteY5-84" fmla="*/ 0 h 302592"/>
              <a:gd name="connsiteX0-85" fmla="*/ 128885 w 363909"/>
              <a:gd name="connsiteY0-86" fmla="*/ 0 h 302592"/>
              <a:gd name="connsiteX1-87" fmla="*/ 363909 w 363909"/>
              <a:gd name="connsiteY1-88" fmla="*/ 0 h 302592"/>
              <a:gd name="connsiteX2-89" fmla="*/ 363909 w 363909"/>
              <a:gd name="connsiteY2-90" fmla="*/ 302592 h 302592"/>
              <a:gd name="connsiteX3-91" fmla="*/ 128885 w 363909"/>
              <a:gd name="connsiteY3-92" fmla="*/ 302592 h 302592"/>
              <a:gd name="connsiteX4-93" fmla="*/ 4341 w 363909"/>
              <a:gd name="connsiteY4-94" fmla="*/ 143732 h 302592"/>
              <a:gd name="connsiteX5-95" fmla="*/ 128885 w 363909"/>
              <a:gd name="connsiteY5-96" fmla="*/ 0 h 302592"/>
              <a:gd name="connsiteX0-97" fmla="*/ 128885 w 363909"/>
              <a:gd name="connsiteY0-98" fmla="*/ 0 h 302592"/>
              <a:gd name="connsiteX1-99" fmla="*/ 363909 w 363909"/>
              <a:gd name="connsiteY1-100" fmla="*/ 0 h 302592"/>
              <a:gd name="connsiteX2-101" fmla="*/ 363909 w 363909"/>
              <a:gd name="connsiteY2-102" fmla="*/ 302592 h 302592"/>
              <a:gd name="connsiteX3-103" fmla="*/ 128885 w 363909"/>
              <a:gd name="connsiteY3-104" fmla="*/ 302592 h 302592"/>
              <a:gd name="connsiteX4-105" fmla="*/ 4341 w 363909"/>
              <a:gd name="connsiteY4-106" fmla="*/ 143732 h 302592"/>
              <a:gd name="connsiteX5-107" fmla="*/ 128885 w 363909"/>
              <a:gd name="connsiteY5-108" fmla="*/ 0 h 302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363909" h="302592">
                <a:moveTo>
                  <a:pt x="128885" y="0"/>
                </a:moveTo>
                <a:lnTo>
                  <a:pt x="363909" y="0"/>
                </a:lnTo>
                <a:lnTo>
                  <a:pt x="363909" y="302592"/>
                </a:lnTo>
                <a:lnTo>
                  <a:pt x="128885" y="302592"/>
                </a:lnTo>
                <a:cubicBezTo>
                  <a:pt x="69751" y="276536"/>
                  <a:pt x="0" y="224710"/>
                  <a:pt x="4341" y="143732"/>
                </a:cubicBezTo>
                <a:cubicBezTo>
                  <a:pt x="1960" y="15132"/>
                  <a:pt x="60077" y="32123"/>
                  <a:pt x="128885" y="0"/>
                </a:cubicBezTo>
                <a:close/>
              </a:path>
            </a:pathLst>
          </a:custGeom>
          <a:solidFill>
            <a:srgbClr val="00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5" name="자유형 74"/>
          <p:cNvSpPr/>
          <p:nvPr/>
        </p:nvSpPr>
        <p:spPr>
          <a:xfrm>
            <a:off x="628650" y="4589463"/>
            <a:ext cx="368300" cy="285750"/>
          </a:xfrm>
          <a:custGeom>
            <a:avLst/>
            <a:gdLst>
              <a:gd name="connsiteX0" fmla="*/ 0 w 235024"/>
              <a:gd name="connsiteY0" fmla="*/ 0 h 302592"/>
              <a:gd name="connsiteX1" fmla="*/ 235024 w 235024"/>
              <a:gd name="connsiteY1" fmla="*/ 0 h 302592"/>
              <a:gd name="connsiteX2" fmla="*/ 235024 w 235024"/>
              <a:gd name="connsiteY2" fmla="*/ 302592 h 302592"/>
              <a:gd name="connsiteX3" fmla="*/ 0 w 235024"/>
              <a:gd name="connsiteY3" fmla="*/ 302592 h 302592"/>
              <a:gd name="connsiteX4" fmla="*/ 0 w 235024"/>
              <a:gd name="connsiteY4" fmla="*/ 0 h 302592"/>
              <a:gd name="connsiteX0-1" fmla="*/ 279326 w 514350"/>
              <a:gd name="connsiteY0-2" fmla="*/ 0 h 302592"/>
              <a:gd name="connsiteX1-3" fmla="*/ 514350 w 514350"/>
              <a:gd name="connsiteY1-4" fmla="*/ 0 h 302592"/>
              <a:gd name="connsiteX2-5" fmla="*/ 514350 w 514350"/>
              <a:gd name="connsiteY2-6" fmla="*/ 302592 h 302592"/>
              <a:gd name="connsiteX3-7" fmla="*/ 279326 w 514350"/>
              <a:gd name="connsiteY3-8" fmla="*/ 302592 h 302592"/>
              <a:gd name="connsiteX4-9" fmla="*/ 279326 w 514350"/>
              <a:gd name="connsiteY4-10" fmla="*/ 0 h 302592"/>
              <a:gd name="connsiteX0-11" fmla="*/ 279326 w 514350"/>
              <a:gd name="connsiteY0-12" fmla="*/ 0 h 302592"/>
              <a:gd name="connsiteX1-13" fmla="*/ 514350 w 514350"/>
              <a:gd name="connsiteY1-14" fmla="*/ 0 h 302592"/>
              <a:gd name="connsiteX2-15" fmla="*/ 514350 w 514350"/>
              <a:gd name="connsiteY2-16" fmla="*/ 302592 h 302592"/>
              <a:gd name="connsiteX3-17" fmla="*/ 279326 w 514350"/>
              <a:gd name="connsiteY3-18" fmla="*/ 302592 h 302592"/>
              <a:gd name="connsiteX4-19" fmla="*/ 279326 w 514350"/>
              <a:gd name="connsiteY4-20" fmla="*/ 0 h 302592"/>
              <a:gd name="connsiteX0-21" fmla="*/ 226145 w 461169"/>
              <a:gd name="connsiteY0-22" fmla="*/ 0 h 302592"/>
              <a:gd name="connsiteX1-23" fmla="*/ 461169 w 461169"/>
              <a:gd name="connsiteY1-24" fmla="*/ 0 h 302592"/>
              <a:gd name="connsiteX2-25" fmla="*/ 461169 w 461169"/>
              <a:gd name="connsiteY2-26" fmla="*/ 302592 h 302592"/>
              <a:gd name="connsiteX3-27" fmla="*/ 226145 w 461169"/>
              <a:gd name="connsiteY3-28" fmla="*/ 302592 h 302592"/>
              <a:gd name="connsiteX4-29" fmla="*/ 226145 w 461169"/>
              <a:gd name="connsiteY4-30" fmla="*/ 0 h 302592"/>
              <a:gd name="connsiteX0-31" fmla="*/ 226145 w 461169"/>
              <a:gd name="connsiteY0-32" fmla="*/ 0 h 302592"/>
              <a:gd name="connsiteX1-33" fmla="*/ 461169 w 461169"/>
              <a:gd name="connsiteY1-34" fmla="*/ 0 h 302592"/>
              <a:gd name="connsiteX2-35" fmla="*/ 461169 w 461169"/>
              <a:gd name="connsiteY2-36" fmla="*/ 302592 h 302592"/>
              <a:gd name="connsiteX3-37" fmla="*/ 226145 w 461169"/>
              <a:gd name="connsiteY3-38" fmla="*/ 302592 h 302592"/>
              <a:gd name="connsiteX4-39" fmla="*/ 226145 w 461169"/>
              <a:gd name="connsiteY4-40" fmla="*/ 0 h 302592"/>
              <a:gd name="connsiteX0-41" fmla="*/ 218009 w 453033"/>
              <a:gd name="connsiteY0-42" fmla="*/ 0 h 302592"/>
              <a:gd name="connsiteX1-43" fmla="*/ 453033 w 453033"/>
              <a:gd name="connsiteY1-44" fmla="*/ 0 h 302592"/>
              <a:gd name="connsiteX2-45" fmla="*/ 453033 w 453033"/>
              <a:gd name="connsiteY2-46" fmla="*/ 302592 h 302592"/>
              <a:gd name="connsiteX3-47" fmla="*/ 218009 w 453033"/>
              <a:gd name="connsiteY3-48" fmla="*/ 302592 h 302592"/>
              <a:gd name="connsiteX4-49" fmla="*/ 218009 w 453033"/>
              <a:gd name="connsiteY4-50" fmla="*/ 0 h 302592"/>
              <a:gd name="connsiteX0-51" fmla="*/ 119782 w 354806"/>
              <a:gd name="connsiteY0-52" fmla="*/ 0 h 302592"/>
              <a:gd name="connsiteX1-53" fmla="*/ 354806 w 354806"/>
              <a:gd name="connsiteY1-54" fmla="*/ 0 h 302592"/>
              <a:gd name="connsiteX2-55" fmla="*/ 354806 w 354806"/>
              <a:gd name="connsiteY2-56" fmla="*/ 302592 h 302592"/>
              <a:gd name="connsiteX3-57" fmla="*/ 119782 w 354806"/>
              <a:gd name="connsiteY3-58" fmla="*/ 302592 h 302592"/>
              <a:gd name="connsiteX4-59" fmla="*/ 0 w 354806"/>
              <a:gd name="connsiteY4-60" fmla="*/ 146253 h 302592"/>
              <a:gd name="connsiteX5" fmla="*/ 119782 w 354806"/>
              <a:gd name="connsiteY5" fmla="*/ 0 h 302592"/>
              <a:gd name="connsiteX0-61" fmla="*/ 122163 w 357187"/>
              <a:gd name="connsiteY0-62" fmla="*/ 0 h 302592"/>
              <a:gd name="connsiteX1-63" fmla="*/ 357187 w 357187"/>
              <a:gd name="connsiteY1-64" fmla="*/ 0 h 302592"/>
              <a:gd name="connsiteX2-65" fmla="*/ 357187 w 357187"/>
              <a:gd name="connsiteY2-66" fmla="*/ 302592 h 302592"/>
              <a:gd name="connsiteX3-67" fmla="*/ 122163 w 357187"/>
              <a:gd name="connsiteY3-68" fmla="*/ 302592 h 302592"/>
              <a:gd name="connsiteX4-69" fmla="*/ 2381 w 357187"/>
              <a:gd name="connsiteY4-70" fmla="*/ 146253 h 302592"/>
              <a:gd name="connsiteX5-71" fmla="*/ 122163 w 357187"/>
              <a:gd name="connsiteY5-72" fmla="*/ 0 h 302592"/>
              <a:gd name="connsiteX0-73" fmla="*/ 126925 w 361949"/>
              <a:gd name="connsiteY0-74" fmla="*/ 0 h 302592"/>
              <a:gd name="connsiteX1-75" fmla="*/ 361949 w 361949"/>
              <a:gd name="connsiteY1-76" fmla="*/ 0 h 302592"/>
              <a:gd name="connsiteX2-77" fmla="*/ 361949 w 361949"/>
              <a:gd name="connsiteY2-78" fmla="*/ 302592 h 302592"/>
              <a:gd name="connsiteX3-79" fmla="*/ 126925 w 361949"/>
              <a:gd name="connsiteY3-80" fmla="*/ 302592 h 302592"/>
              <a:gd name="connsiteX4-81" fmla="*/ 2381 w 361949"/>
              <a:gd name="connsiteY4-82" fmla="*/ 143732 h 302592"/>
              <a:gd name="connsiteX5-83" fmla="*/ 126925 w 361949"/>
              <a:gd name="connsiteY5-84" fmla="*/ 0 h 302592"/>
              <a:gd name="connsiteX0-85" fmla="*/ 128885 w 363909"/>
              <a:gd name="connsiteY0-86" fmla="*/ 0 h 302592"/>
              <a:gd name="connsiteX1-87" fmla="*/ 363909 w 363909"/>
              <a:gd name="connsiteY1-88" fmla="*/ 0 h 302592"/>
              <a:gd name="connsiteX2-89" fmla="*/ 363909 w 363909"/>
              <a:gd name="connsiteY2-90" fmla="*/ 302592 h 302592"/>
              <a:gd name="connsiteX3-91" fmla="*/ 128885 w 363909"/>
              <a:gd name="connsiteY3-92" fmla="*/ 302592 h 302592"/>
              <a:gd name="connsiteX4-93" fmla="*/ 4341 w 363909"/>
              <a:gd name="connsiteY4-94" fmla="*/ 143732 h 302592"/>
              <a:gd name="connsiteX5-95" fmla="*/ 128885 w 363909"/>
              <a:gd name="connsiteY5-96" fmla="*/ 0 h 302592"/>
              <a:gd name="connsiteX0-97" fmla="*/ 128885 w 363909"/>
              <a:gd name="connsiteY0-98" fmla="*/ 0 h 302592"/>
              <a:gd name="connsiteX1-99" fmla="*/ 363909 w 363909"/>
              <a:gd name="connsiteY1-100" fmla="*/ 0 h 302592"/>
              <a:gd name="connsiteX2-101" fmla="*/ 363909 w 363909"/>
              <a:gd name="connsiteY2-102" fmla="*/ 302592 h 302592"/>
              <a:gd name="connsiteX3-103" fmla="*/ 128885 w 363909"/>
              <a:gd name="connsiteY3-104" fmla="*/ 302592 h 302592"/>
              <a:gd name="connsiteX4-105" fmla="*/ 4341 w 363909"/>
              <a:gd name="connsiteY4-106" fmla="*/ 143732 h 302592"/>
              <a:gd name="connsiteX5-107" fmla="*/ 128885 w 363909"/>
              <a:gd name="connsiteY5-108" fmla="*/ 0 h 302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</a:cxnLst>
            <a:rect l="l" t="t" r="r" b="b"/>
            <a:pathLst>
              <a:path w="363909" h="302592">
                <a:moveTo>
                  <a:pt x="128885" y="0"/>
                </a:moveTo>
                <a:lnTo>
                  <a:pt x="363909" y="0"/>
                </a:lnTo>
                <a:lnTo>
                  <a:pt x="363909" y="302592"/>
                </a:lnTo>
                <a:lnTo>
                  <a:pt x="128885" y="302592"/>
                </a:lnTo>
                <a:cubicBezTo>
                  <a:pt x="69751" y="276536"/>
                  <a:pt x="0" y="224710"/>
                  <a:pt x="4341" y="143732"/>
                </a:cubicBezTo>
                <a:cubicBezTo>
                  <a:pt x="1960" y="15132"/>
                  <a:pt x="60077" y="32123"/>
                  <a:pt x="128885" y="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76" name="갈매기형 수장 75"/>
          <p:cNvSpPr/>
          <p:nvPr/>
        </p:nvSpPr>
        <p:spPr>
          <a:xfrm>
            <a:off x="3309938" y="1066800"/>
            <a:ext cx="5365750" cy="817563"/>
          </a:xfrm>
          <a:prstGeom prst="chevron">
            <a:avLst>
              <a:gd name="adj" fmla="val 41842"/>
            </a:avLst>
          </a:prstGeom>
          <a:solidFill>
            <a:srgbClr val="0C44A0">
              <a:alpha val="337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636882" y="897135"/>
            <a:ext cx="2919116" cy="987266"/>
            <a:chOff x="636883" y="1940651"/>
            <a:chExt cx="2919116" cy="987266"/>
          </a:xfrm>
          <a:solidFill>
            <a:srgbClr val="0C44A0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8" name="자유형 77"/>
            <p:cNvSpPr/>
            <p:nvPr/>
          </p:nvSpPr>
          <p:spPr>
            <a:xfrm rot="1806852" flipH="1">
              <a:off x="1238246" y="2058526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79" name="자유형 78"/>
            <p:cNvSpPr/>
            <p:nvPr/>
          </p:nvSpPr>
          <p:spPr>
            <a:xfrm>
              <a:off x="636883" y="1940651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80" name="오각형 79"/>
            <p:cNvSpPr/>
            <p:nvPr/>
          </p:nvSpPr>
          <p:spPr>
            <a:xfrm>
              <a:off x="1684535" y="2110603"/>
              <a:ext cx="1871464" cy="817314"/>
            </a:xfrm>
            <a:prstGeom prst="homePlate">
              <a:avLst>
                <a:gd name="adj" fmla="val 437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grpSp>
        <p:nvGrpSpPr>
          <p:cNvPr id="9225" name="그룹 571"/>
          <p:cNvGrpSpPr/>
          <p:nvPr/>
        </p:nvGrpSpPr>
        <p:grpSpPr>
          <a:xfrm>
            <a:off x="636588" y="896938"/>
            <a:ext cx="1282700" cy="901700"/>
            <a:chOff x="636885" y="1386840"/>
            <a:chExt cx="1282303" cy="901615"/>
          </a:xfrm>
        </p:grpSpPr>
        <p:sp>
          <p:nvSpPr>
            <p:cNvPr id="82" name="자유형 81"/>
            <p:cNvSpPr/>
            <p:nvPr/>
          </p:nvSpPr>
          <p:spPr>
            <a:xfrm rot="1806852" flipH="1">
              <a:off x="1238248" y="1504715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95" name="자유형 94"/>
            <p:cNvSpPr/>
            <p:nvPr/>
          </p:nvSpPr>
          <p:spPr>
            <a:xfrm>
              <a:off x="636885" y="1386840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43000"/>
                  </a:schemeClr>
                </a:gs>
                <a:gs pos="34000">
                  <a:schemeClr val="tx1">
                    <a:alpha val="0"/>
                  </a:schemeClr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sp>
        <p:nvSpPr>
          <p:cNvPr id="127" name="갈매기형 수장 126"/>
          <p:cNvSpPr/>
          <p:nvPr/>
        </p:nvSpPr>
        <p:spPr>
          <a:xfrm>
            <a:off x="3309938" y="2025650"/>
            <a:ext cx="5365750" cy="817563"/>
          </a:xfrm>
          <a:prstGeom prst="chevron">
            <a:avLst>
              <a:gd name="adj" fmla="val 41842"/>
            </a:avLst>
          </a:prstGeom>
          <a:solidFill>
            <a:srgbClr val="0E81CE">
              <a:alpha val="337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grpSp>
        <p:nvGrpSpPr>
          <p:cNvPr id="128" name="그룹 608"/>
          <p:cNvGrpSpPr/>
          <p:nvPr/>
        </p:nvGrpSpPr>
        <p:grpSpPr>
          <a:xfrm>
            <a:off x="636882" y="1855258"/>
            <a:ext cx="2919116" cy="987266"/>
            <a:chOff x="636884" y="2736849"/>
            <a:chExt cx="2919116" cy="987266"/>
          </a:xfrm>
          <a:solidFill>
            <a:srgbClr val="0E81CE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9" name="자유형 128"/>
            <p:cNvSpPr/>
            <p:nvPr/>
          </p:nvSpPr>
          <p:spPr>
            <a:xfrm>
              <a:off x="636884" y="2736849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30" name="자유형 129"/>
            <p:cNvSpPr/>
            <p:nvPr/>
          </p:nvSpPr>
          <p:spPr>
            <a:xfrm rot="1806852" flipH="1">
              <a:off x="1238247" y="2854724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31" name="오각형 130"/>
            <p:cNvSpPr/>
            <p:nvPr/>
          </p:nvSpPr>
          <p:spPr>
            <a:xfrm>
              <a:off x="1684536" y="2906801"/>
              <a:ext cx="1871464" cy="817314"/>
            </a:xfrm>
            <a:prstGeom prst="homePlate">
              <a:avLst>
                <a:gd name="adj" fmla="val 437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grpSp>
        <p:nvGrpSpPr>
          <p:cNvPr id="9230" name="그룹 577"/>
          <p:cNvGrpSpPr/>
          <p:nvPr/>
        </p:nvGrpSpPr>
        <p:grpSpPr>
          <a:xfrm>
            <a:off x="636588" y="1855788"/>
            <a:ext cx="1282700" cy="901700"/>
            <a:chOff x="636885" y="1386840"/>
            <a:chExt cx="1282303" cy="901615"/>
          </a:xfrm>
        </p:grpSpPr>
        <p:sp>
          <p:nvSpPr>
            <p:cNvPr id="133" name="자유형 132"/>
            <p:cNvSpPr/>
            <p:nvPr/>
          </p:nvSpPr>
          <p:spPr>
            <a:xfrm rot="1806852" flipH="1">
              <a:off x="1238248" y="1504715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34" name="자유형 133"/>
            <p:cNvSpPr/>
            <p:nvPr/>
          </p:nvSpPr>
          <p:spPr>
            <a:xfrm>
              <a:off x="636885" y="1386840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43000"/>
                  </a:schemeClr>
                </a:gs>
                <a:gs pos="34000">
                  <a:schemeClr val="tx1">
                    <a:alpha val="0"/>
                  </a:schemeClr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sp>
        <p:nvSpPr>
          <p:cNvPr id="135" name="갈매기형 수장 134"/>
          <p:cNvSpPr/>
          <p:nvPr/>
        </p:nvSpPr>
        <p:spPr>
          <a:xfrm>
            <a:off x="3309938" y="3011488"/>
            <a:ext cx="5365750" cy="817563"/>
          </a:xfrm>
          <a:prstGeom prst="chevron">
            <a:avLst>
              <a:gd name="adj" fmla="val 40677"/>
            </a:avLst>
          </a:prstGeom>
          <a:solidFill>
            <a:srgbClr val="00AFFF">
              <a:alpha val="337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grpSp>
        <p:nvGrpSpPr>
          <p:cNvPr id="136" name="그룹 609"/>
          <p:cNvGrpSpPr/>
          <p:nvPr/>
        </p:nvGrpSpPr>
        <p:grpSpPr>
          <a:xfrm>
            <a:off x="636882" y="2842049"/>
            <a:ext cx="2919116" cy="987266"/>
            <a:chOff x="636884" y="3723640"/>
            <a:chExt cx="2919116" cy="987266"/>
          </a:xfrm>
          <a:solidFill>
            <a:srgbClr val="00AF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7" name="자유형 136"/>
            <p:cNvSpPr/>
            <p:nvPr/>
          </p:nvSpPr>
          <p:spPr>
            <a:xfrm>
              <a:off x="636884" y="3723640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38" name="자유형 137"/>
            <p:cNvSpPr/>
            <p:nvPr/>
          </p:nvSpPr>
          <p:spPr>
            <a:xfrm rot="1806852" flipH="1">
              <a:off x="1238247" y="3841515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39" name="오각형 138"/>
            <p:cNvSpPr/>
            <p:nvPr/>
          </p:nvSpPr>
          <p:spPr>
            <a:xfrm>
              <a:off x="1684536" y="3893592"/>
              <a:ext cx="1871464" cy="817314"/>
            </a:xfrm>
            <a:prstGeom prst="homePlate">
              <a:avLst>
                <a:gd name="adj" fmla="val 437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grpSp>
        <p:nvGrpSpPr>
          <p:cNvPr id="9235" name="그룹 587"/>
          <p:cNvGrpSpPr/>
          <p:nvPr/>
        </p:nvGrpSpPr>
        <p:grpSpPr>
          <a:xfrm>
            <a:off x="636588" y="2841625"/>
            <a:ext cx="1282700" cy="901700"/>
            <a:chOff x="636885" y="1386840"/>
            <a:chExt cx="1282303" cy="901615"/>
          </a:xfrm>
        </p:grpSpPr>
        <p:sp>
          <p:nvSpPr>
            <p:cNvPr id="141" name="자유형 140"/>
            <p:cNvSpPr/>
            <p:nvPr/>
          </p:nvSpPr>
          <p:spPr>
            <a:xfrm rot="1806852" flipH="1">
              <a:off x="1238248" y="1504715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42" name="자유형 141"/>
            <p:cNvSpPr/>
            <p:nvPr/>
          </p:nvSpPr>
          <p:spPr>
            <a:xfrm>
              <a:off x="636885" y="1386840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43000"/>
                  </a:schemeClr>
                </a:gs>
                <a:gs pos="34000">
                  <a:schemeClr val="tx1">
                    <a:alpha val="0"/>
                  </a:schemeClr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sp>
        <p:nvSpPr>
          <p:cNvPr id="143" name="갈매기형 수장 142"/>
          <p:cNvSpPr/>
          <p:nvPr/>
        </p:nvSpPr>
        <p:spPr>
          <a:xfrm>
            <a:off x="3309938" y="3970338"/>
            <a:ext cx="5365750" cy="817563"/>
          </a:xfrm>
          <a:prstGeom prst="chevron">
            <a:avLst>
              <a:gd name="adj" fmla="val 41260"/>
            </a:avLst>
          </a:prstGeom>
          <a:solidFill>
            <a:srgbClr val="00CCFF">
              <a:alpha val="337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grpSp>
        <p:nvGrpSpPr>
          <p:cNvPr id="144" name="그룹 610"/>
          <p:cNvGrpSpPr/>
          <p:nvPr/>
        </p:nvGrpSpPr>
        <p:grpSpPr>
          <a:xfrm>
            <a:off x="636882" y="3800172"/>
            <a:ext cx="2919116" cy="987266"/>
            <a:chOff x="636884" y="4681763"/>
            <a:chExt cx="2919116" cy="987266"/>
          </a:xfrm>
          <a:solidFill>
            <a:srgbClr val="00CCF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5" name="자유형 144"/>
            <p:cNvSpPr/>
            <p:nvPr/>
          </p:nvSpPr>
          <p:spPr>
            <a:xfrm>
              <a:off x="636884" y="4681763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46" name="자유형 145"/>
            <p:cNvSpPr/>
            <p:nvPr/>
          </p:nvSpPr>
          <p:spPr>
            <a:xfrm rot="1806852" flipH="1">
              <a:off x="1238247" y="4799638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47" name="오각형 146"/>
            <p:cNvSpPr/>
            <p:nvPr/>
          </p:nvSpPr>
          <p:spPr>
            <a:xfrm>
              <a:off x="1684536" y="4851715"/>
              <a:ext cx="1871464" cy="817314"/>
            </a:xfrm>
            <a:prstGeom prst="homePlate">
              <a:avLst>
                <a:gd name="adj" fmla="val 437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grpSp>
        <p:nvGrpSpPr>
          <p:cNvPr id="9240" name="그룹 597"/>
          <p:cNvGrpSpPr/>
          <p:nvPr/>
        </p:nvGrpSpPr>
        <p:grpSpPr>
          <a:xfrm>
            <a:off x="636588" y="3800475"/>
            <a:ext cx="1282700" cy="901700"/>
            <a:chOff x="636885" y="1386840"/>
            <a:chExt cx="1282303" cy="901615"/>
          </a:xfrm>
        </p:grpSpPr>
        <p:sp>
          <p:nvSpPr>
            <p:cNvPr id="149" name="자유형 148"/>
            <p:cNvSpPr/>
            <p:nvPr/>
          </p:nvSpPr>
          <p:spPr>
            <a:xfrm rot="1806852" flipH="1">
              <a:off x="1238248" y="1504715"/>
              <a:ext cx="680940" cy="749894"/>
            </a:xfrm>
            <a:custGeom>
              <a:avLst/>
              <a:gdLst>
                <a:gd name="connsiteX0" fmla="*/ 0 w 665557"/>
                <a:gd name="connsiteY0" fmla="*/ 721395 h 721395"/>
                <a:gd name="connsiteX1" fmla="*/ 421231 w 665557"/>
                <a:gd name="connsiteY1" fmla="*/ 0 h 721395"/>
                <a:gd name="connsiteX2" fmla="*/ 665557 w 665557"/>
                <a:gd name="connsiteY2" fmla="*/ 0 h 721395"/>
                <a:gd name="connsiteX3" fmla="*/ 244326 w 665557"/>
                <a:gd name="connsiteY3" fmla="*/ 721395 h 721395"/>
                <a:gd name="connsiteX4" fmla="*/ 0 w 665557"/>
                <a:gd name="connsiteY4" fmla="*/ 721395 h 721395"/>
                <a:gd name="connsiteX0-1" fmla="*/ 0 w 665557"/>
                <a:gd name="connsiteY0-2" fmla="*/ 721395 h 721395"/>
                <a:gd name="connsiteX1-3" fmla="*/ 395542 w 665557"/>
                <a:gd name="connsiteY1-4" fmla="*/ 42564 h 721395"/>
                <a:gd name="connsiteX2-5" fmla="*/ 665557 w 665557"/>
                <a:gd name="connsiteY2-6" fmla="*/ 0 h 721395"/>
                <a:gd name="connsiteX3-7" fmla="*/ 244326 w 665557"/>
                <a:gd name="connsiteY3-8" fmla="*/ 721395 h 721395"/>
                <a:gd name="connsiteX4-9" fmla="*/ 0 w 665557"/>
                <a:gd name="connsiteY4-10" fmla="*/ 721395 h 721395"/>
                <a:gd name="connsiteX0-11" fmla="*/ 0 w 680940"/>
                <a:gd name="connsiteY0-12" fmla="*/ 749894 h 749894"/>
                <a:gd name="connsiteX1-13" fmla="*/ 410925 w 680940"/>
                <a:gd name="connsiteY1-14" fmla="*/ 42564 h 749894"/>
                <a:gd name="connsiteX2-15" fmla="*/ 680940 w 680940"/>
                <a:gd name="connsiteY2-16" fmla="*/ 0 h 749894"/>
                <a:gd name="connsiteX3-17" fmla="*/ 259709 w 680940"/>
                <a:gd name="connsiteY3-18" fmla="*/ 721395 h 749894"/>
                <a:gd name="connsiteX4-19" fmla="*/ 0 w 680940"/>
                <a:gd name="connsiteY4-20" fmla="*/ 749894 h 74989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0940" h="749894">
                  <a:moveTo>
                    <a:pt x="0" y="749894"/>
                  </a:moveTo>
                  <a:lnTo>
                    <a:pt x="410925" y="42564"/>
                  </a:lnTo>
                  <a:lnTo>
                    <a:pt x="680940" y="0"/>
                  </a:lnTo>
                  <a:lnTo>
                    <a:pt x="259709" y="721395"/>
                  </a:lnTo>
                  <a:lnTo>
                    <a:pt x="0" y="749894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50" name="자유형 149"/>
            <p:cNvSpPr/>
            <p:nvPr/>
          </p:nvSpPr>
          <p:spPr>
            <a:xfrm>
              <a:off x="636885" y="1386840"/>
              <a:ext cx="838770" cy="901615"/>
            </a:xfrm>
            <a:custGeom>
              <a:avLst/>
              <a:gdLst>
                <a:gd name="connsiteX0" fmla="*/ 0 w 535062"/>
                <a:gd name="connsiteY0" fmla="*/ 0 h 830580"/>
                <a:gd name="connsiteX1" fmla="*/ 535062 w 535062"/>
                <a:gd name="connsiteY1" fmla="*/ 0 h 830580"/>
                <a:gd name="connsiteX2" fmla="*/ 535062 w 535062"/>
                <a:gd name="connsiteY2" fmla="*/ 830580 h 830580"/>
                <a:gd name="connsiteX3" fmla="*/ 0 w 535062"/>
                <a:gd name="connsiteY3" fmla="*/ 830580 h 830580"/>
                <a:gd name="connsiteX4" fmla="*/ 0 w 535062"/>
                <a:gd name="connsiteY4" fmla="*/ 0 h 830580"/>
                <a:gd name="connsiteX0-1" fmla="*/ 2381 w 537443"/>
                <a:gd name="connsiteY0-2" fmla="*/ 0 h 830580"/>
                <a:gd name="connsiteX1-3" fmla="*/ 537443 w 537443"/>
                <a:gd name="connsiteY1-4" fmla="*/ 0 h 830580"/>
                <a:gd name="connsiteX2-5" fmla="*/ 537443 w 537443"/>
                <a:gd name="connsiteY2-6" fmla="*/ 830580 h 830580"/>
                <a:gd name="connsiteX3-7" fmla="*/ 2381 w 537443"/>
                <a:gd name="connsiteY3-8" fmla="*/ 830580 h 830580"/>
                <a:gd name="connsiteX4-9" fmla="*/ 0 w 537443"/>
                <a:gd name="connsiteY4-10" fmla="*/ 260985 h 830580"/>
                <a:gd name="connsiteX5" fmla="*/ 2381 w 537443"/>
                <a:gd name="connsiteY5" fmla="*/ 0 h 830580"/>
                <a:gd name="connsiteX0-11" fmla="*/ 302468 w 837530"/>
                <a:gd name="connsiteY0-12" fmla="*/ 0 h 830580"/>
                <a:gd name="connsiteX1-13" fmla="*/ 837530 w 837530"/>
                <a:gd name="connsiteY1-14" fmla="*/ 0 h 830580"/>
                <a:gd name="connsiteX2-15" fmla="*/ 837530 w 837530"/>
                <a:gd name="connsiteY2-16" fmla="*/ 830580 h 830580"/>
                <a:gd name="connsiteX3-17" fmla="*/ 302468 w 837530"/>
                <a:gd name="connsiteY3-18" fmla="*/ 830580 h 830580"/>
                <a:gd name="connsiteX4-19" fmla="*/ 0 w 837530"/>
                <a:gd name="connsiteY4-20" fmla="*/ 246673 h 830580"/>
                <a:gd name="connsiteX5-21" fmla="*/ 302468 w 837530"/>
                <a:gd name="connsiteY5-22" fmla="*/ 0 h 830580"/>
                <a:gd name="connsiteX0-23" fmla="*/ 302468 w 837530"/>
                <a:gd name="connsiteY0-24" fmla="*/ 0 h 830580"/>
                <a:gd name="connsiteX1-25" fmla="*/ 837530 w 837530"/>
                <a:gd name="connsiteY1-26" fmla="*/ 0 h 830580"/>
                <a:gd name="connsiteX2-27" fmla="*/ 837530 w 837530"/>
                <a:gd name="connsiteY2-28" fmla="*/ 830580 h 830580"/>
                <a:gd name="connsiteX3-29" fmla="*/ 302468 w 837530"/>
                <a:gd name="connsiteY3-30" fmla="*/ 830580 h 830580"/>
                <a:gd name="connsiteX4-31" fmla="*/ 0 w 837530"/>
                <a:gd name="connsiteY4-32" fmla="*/ 246673 h 830580"/>
                <a:gd name="connsiteX5-33" fmla="*/ 302468 w 837530"/>
                <a:gd name="connsiteY5-34" fmla="*/ 0 h 830580"/>
                <a:gd name="connsiteX0-35" fmla="*/ 325487 w 860549"/>
                <a:gd name="connsiteY0-36" fmla="*/ 0 h 830580"/>
                <a:gd name="connsiteX1-37" fmla="*/ 860549 w 860549"/>
                <a:gd name="connsiteY1-38" fmla="*/ 0 h 830580"/>
                <a:gd name="connsiteX2-39" fmla="*/ 860549 w 860549"/>
                <a:gd name="connsiteY2-40" fmla="*/ 830580 h 830580"/>
                <a:gd name="connsiteX3-41" fmla="*/ 325487 w 860549"/>
                <a:gd name="connsiteY3-42" fmla="*/ 830580 h 830580"/>
                <a:gd name="connsiteX4-43" fmla="*/ 187375 w 860549"/>
                <a:gd name="connsiteY4-44" fmla="*/ 558641 h 830580"/>
                <a:gd name="connsiteX5-45" fmla="*/ 23019 w 860549"/>
                <a:gd name="connsiteY5-46" fmla="*/ 246673 h 830580"/>
                <a:gd name="connsiteX6" fmla="*/ 325487 w 860549"/>
                <a:gd name="connsiteY6" fmla="*/ 0 h 830580"/>
                <a:gd name="connsiteX0-47" fmla="*/ 366026 w 901088"/>
                <a:gd name="connsiteY0-48" fmla="*/ 0 h 998933"/>
                <a:gd name="connsiteX1-49" fmla="*/ 901088 w 901088"/>
                <a:gd name="connsiteY1-50" fmla="*/ 0 h 998933"/>
                <a:gd name="connsiteX2-51" fmla="*/ 901088 w 901088"/>
                <a:gd name="connsiteY2-52" fmla="*/ 830580 h 998933"/>
                <a:gd name="connsiteX3-53" fmla="*/ 366026 w 901088"/>
                <a:gd name="connsiteY3-54" fmla="*/ 830580 h 998933"/>
                <a:gd name="connsiteX4-55" fmla="*/ 50411 w 901088"/>
                <a:gd name="connsiteY4-56" fmla="*/ 901615 h 998933"/>
                <a:gd name="connsiteX5-57" fmla="*/ 63558 w 901088"/>
                <a:gd name="connsiteY5-58" fmla="*/ 246673 h 998933"/>
                <a:gd name="connsiteX6-59" fmla="*/ 366026 w 901088"/>
                <a:gd name="connsiteY6-60" fmla="*/ 0 h 998933"/>
                <a:gd name="connsiteX0-61" fmla="*/ 325487 w 860549"/>
                <a:gd name="connsiteY0-62" fmla="*/ 0 h 998933"/>
                <a:gd name="connsiteX1-63" fmla="*/ 860549 w 860549"/>
                <a:gd name="connsiteY1-64" fmla="*/ 0 h 998933"/>
                <a:gd name="connsiteX2-65" fmla="*/ 860549 w 860549"/>
                <a:gd name="connsiteY2-66" fmla="*/ 830580 h 998933"/>
                <a:gd name="connsiteX3-67" fmla="*/ 325487 w 860549"/>
                <a:gd name="connsiteY3-68" fmla="*/ 830580 h 998933"/>
                <a:gd name="connsiteX4-69" fmla="*/ 9872 w 860549"/>
                <a:gd name="connsiteY4-70" fmla="*/ 901615 h 998933"/>
                <a:gd name="connsiteX5-71" fmla="*/ 23019 w 860549"/>
                <a:gd name="connsiteY5-72" fmla="*/ 246673 h 998933"/>
                <a:gd name="connsiteX6-73" fmla="*/ 325487 w 860549"/>
                <a:gd name="connsiteY6-74" fmla="*/ 0 h 998933"/>
                <a:gd name="connsiteX0-75" fmla="*/ 325487 w 860549"/>
                <a:gd name="connsiteY0-76" fmla="*/ 0 h 998933"/>
                <a:gd name="connsiteX1-77" fmla="*/ 860549 w 860549"/>
                <a:gd name="connsiteY1-78" fmla="*/ 0 h 998933"/>
                <a:gd name="connsiteX2-79" fmla="*/ 860549 w 860549"/>
                <a:gd name="connsiteY2-80" fmla="*/ 830580 h 998933"/>
                <a:gd name="connsiteX3-81" fmla="*/ 325487 w 860549"/>
                <a:gd name="connsiteY3-82" fmla="*/ 830580 h 998933"/>
                <a:gd name="connsiteX4-83" fmla="*/ 21779 w 860549"/>
                <a:gd name="connsiteY4-84" fmla="*/ 901615 h 998933"/>
                <a:gd name="connsiteX5-85" fmla="*/ 23019 w 860549"/>
                <a:gd name="connsiteY5-86" fmla="*/ 246673 h 998933"/>
                <a:gd name="connsiteX6-87" fmla="*/ 325487 w 860549"/>
                <a:gd name="connsiteY6-88" fmla="*/ 0 h 998933"/>
                <a:gd name="connsiteX0-89" fmla="*/ 303708 w 838770"/>
                <a:gd name="connsiteY0-90" fmla="*/ 0 h 998933"/>
                <a:gd name="connsiteX1-91" fmla="*/ 838770 w 838770"/>
                <a:gd name="connsiteY1-92" fmla="*/ 0 h 998933"/>
                <a:gd name="connsiteX2-93" fmla="*/ 838770 w 838770"/>
                <a:gd name="connsiteY2-94" fmla="*/ 830580 h 998933"/>
                <a:gd name="connsiteX3-95" fmla="*/ 303708 w 838770"/>
                <a:gd name="connsiteY3-96" fmla="*/ 830580 h 998933"/>
                <a:gd name="connsiteX4-97" fmla="*/ 0 w 838770"/>
                <a:gd name="connsiteY4-98" fmla="*/ 901615 h 998933"/>
                <a:gd name="connsiteX5-99" fmla="*/ 1240 w 838770"/>
                <a:gd name="connsiteY5-100" fmla="*/ 246673 h 998933"/>
                <a:gd name="connsiteX6-101" fmla="*/ 303708 w 838770"/>
                <a:gd name="connsiteY6-102" fmla="*/ 0 h 998933"/>
                <a:gd name="connsiteX0-103" fmla="*/ 303708 w 838770"/>
                <a:gd name="connsiteY0-104" fmla="*/ 0 h 901615"/>
                <a:gd name="connsiteX1-105" fmla="*/ 838770 w 838770"/>
                <a:gd name="connsiteY1-106" fmla="*/ 0 h 901615"/>
                <a:gd name="connsiteX2-107" fmla="*/ 838770 w 838770"/>
                <a:gd name="connsiteY2-108" fmla="*/ 830580 h 901615"/>
                <a:gd name="connsiteX3-109" fmla="*/ 303708 w 838770"/>
                <a:gd name="connsiteY3-110" fmla="*/ 830580 h 901615"/>
                <a:gd name="connsiteX4-111" fmla="*/ 0 w 838770"/>
                <a:gd name="connsiteY4-112" fmla="*/ 901615 h 901615"/>
                <a:gd name="connsiteX5-113" fmla="*/ 1240 w 838770"/>
                <a:gd name="connsiteY5-114" fmla="*/ 246673 h 901615"/>
                <a:gd name="connsiteX6-115" fmla="*/ 303708 w 838770"/>
                <a:gd name="connsiteY6-116" fmla="*/ 0 h 901615"/>
                <a:gd name="connsiteX0-117" fmla="*/ 303708 w 838770"/>
                <a:gd name="connsiteY0-118" fmla="*/ 0 h 901615"/>
                <a:gd name="connsiteX1-119" fmla="*/ 838770 w 838770"/>
                <a:gd name="connsiteY1-120" fmla="*/ 0 h 901615"/>
                <a:gd name="connsiteX2-121" fmla="*/ 838770 w 838770"/>
                <a:gd name="connsiteY2-122" fmla="*/ 830580 h 901615"/>
                <a:gd name="connsiteX3-123" fmla="*/ 303708 w 838770"/>
                <a:gd name="connsiteY3-124" fmla="*/ 830580 h 901615"/>
                <a:gd name="connsiteX4-125" fmla="*/ 0 w 838770"/>
                <a:gd name="connsiteY4-126" fmla="*/ 901615 h 901615"/>
                <a:gd name="connsiteX5-127" fmla="*/ 1240 w 838770"/>
                <a:gd name="connsiteY5-128" fmla="*/ 246673 h 901615"/>
                <a:gd name="connsiteX6-129" fmla="*/ 303708 w 838770"/>
                <a:gd name="connsiteY6-130" fmla="*/ 0 h 90161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  <a:cxn ang="0">
                  <a:pos x="connsiteX6-59" y="connsiteY6-60"/>
                </a:cxn>
              </a:cxnLst>
              <a:rect l="l" t="t" r="r" b="b"/>
              <a:pathLst>
                <a:path w="838770" h="901615">
                  <a:moveTo>
                    <a:pt x="303708" y="0"/>
                  </a:moveTo>
                  <a:lnTo>
                    <a:pt x="838770" y="0"/>
                  </a:lnTo>
                  <a:lnTo>
                    <a:pt x="838770" y="830580"/>
                  </a:lnTo>
                  <a:lnTo>
                    <a:pt x="303708" y="830580"/>
                  </a:lnTo>
                  <a:cubicBezTo>
                    <a:pt x="155794" y="832882"/>
                    <a:pt x="38505" y="841770"/>
                    <a:pt x="0" y="901615"/>
                  </a:cubicBezTo>
                  <a:cubicBezTo>
                    <a:pt x="587" y="692552"/>
                    <a:pt x="4414" y="387405"/>
                    <a:pt x="1240" y="246673"/>
                  </a:cubicBezTo>
                  <a:cubicBezTo>
                    <a:pt x="2034" y="159678"/>
                    <a:pt x="112364" y="5"/>
                    <a:pt x="303708" y="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43000"/>
                  </a:schemeClr>
                </a:gs>
                <a:gs pos="34000">
                  <a:schemeClr val="tx1">
                    <a:alpha val="0"/>
                  </a:schemeClr>
                </a:gs>
              </a:gsLst>
              <a:lin ang="21594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sp>
        <p:nvSpPr>
          <p:cNvPr id="151" name="직사각형 150"/>
          <p:cNvSpPr/>
          <p:nvPr/>
        </p:nvSpPr>
        <p:spPr>
          <a:xfrm>
            <a:off x="758205" y="1114839"/>
            <a:ext cx="741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01</a:t>
            </a:r>
            <a:endParaRPr kumimoji="0" lang="en-US" altLang="ko-KR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758205" y="2057814"/>
            <a:ext cx="741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02</a:t>
            </a:r>
            <a:endParaRPr kumimoji="0" lang="en-US" altLang="ko-KR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758205" y="3038888"/>
            <a:ext cx="741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03</a:t>
            </a:r>
            <a:endParaRPr kumimoji="0" lang="en-US" altLang="ko-KR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758205" y="3991389"/>
            <a:ext cx="741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04</a:t>
            </a:r>
            <a:endParaRPr kumimoji="0" lang="en-US" altLang="ko-KR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51" name="TextBox 158"/>
          <p:cNvSpPr txBox="1"/>
          <p:nvPr/>
        </p:nvSpPr>
        <p:spPr>
          <a:xfrm>
            <a:off x="3695416" y="1306312"/>
            <a:ext cx="4891405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305435" y="316865"/>
            <a:ext cx="8657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HACKSPHERE 2026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58"/>
          <p:cNvSpPr txBox="1"/>
          <p:nvPr/>
        </p:nvSpPr>
        <p:spPr>
          <a:xfrm>
            <a:off x="3670140" y="2264598"/>
            <a:ext cx="4891405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7" name="TextBox 158"/>
          <p:cNvSpPr txBox="1"/>
          <p:nvPr/>
        </p:nvSpPr>
        <p:spPr>
          <a:xfrm>
            <a:off x="3784283" y="3251000"/>
            <a:ext cx="4891405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8" name="TextBox 158"/>
          <p:cNvSpPr txBox="1"/>
          <p:nvPr/>
        </p:nvSpPr>
        <p:spPr>
          <a:xfrm>
            <a:off x="3784282" y="4209512"/>
            <a:ext cx="4891405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9" name="TextBox 158"/>
          <p:cNvSpPr txBox="1"/>
          <p:nvPr/>
        </p:nvSpPr>
        <p:spPr>
          <a:xfrm>
            <a:off x="1818377" y="1234536"/>
            <a:ext cx="1352143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Team Name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10" name="TextBox 158"/>
          <p:cNvSpPr txBox="1"/>
          <p:nvPr/>
        </p:nvSpPr>
        <p:spPr>
          <a:xfrm>
            <a:off x="1786810" y="2130014"/>
            <a:ext cx="1352143" cy="584759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11" name="TextBox 158"/>
          <p:cNvSpPr txBox="1"/>
          <p:nvPr/>
        </p:nvSpPr>
        <p:spPr>
          <a:xfrm>
            <a:off x="1782050" y="3221544"/>
            <a:ext cx="1568780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Team Lead 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  <p:sp>
        <p:nvSpPr>
          <p:cNvPr id="12" name="TextBox 158"/>
          <p:cNvSpPr txBox="1"/>
          <p:nvPr/>
        </p:nvSpPr>
        <p:spPr>
          <a:xfrm>
            <a:off x="1791039" y="4175474"/>
            <a:ext cx="1568780" cy="338538"/>
          </a:xfrm>
          <a:prstGeom prst="rect">
            <a:avLst/>
          </a:prstGeom>
          <a:noFill/>
          <a:ln w="9525">
            <a:noFill/>
          </a:ln>
        </p:spPr>
        <p:txBody>
          <a:bodyPr wrap="square" lIns="91426" tIns="45712" rIns="91426" bIns="45712" anchor="t" anchorCtr="0">
            <a:spAutoFit/>
          </a:bodyPr>
          <a:lstStyle/>
          <a:p>
            <a:pPr algn="just" latinLnBrk="1"/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</a:t>
            </a: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 </a:t>
            </a:r>
            <a:endParaRPr lang="en-US" altLang="ko-KR" sz="1600" dirty="0">
              <a:solidFill>
                <a:schemeClr val="bg1"/>
              </a:solidFill>
              <a:latin typeface="Arial" panose="020B0604020202020204" pitchFamily="34" charset="0"/>
              <a:ea typeface="굴림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effectLst/>
          <a:scene3d>
            <a:camera prst="orthographicFront"/>
            <a:lightRig rig="balanced" dir="t"/>
          </a:scene3d>
          <a:sp3d prstMaterial="plastic"/>
        </p:spPr>
        <p:txBody>
          <a:bodyPr lIns="91426" tIns="45712" rIns="91426" bIns="45712" rtlCol="0" anchor="ctr">
            <a:normAutofit fontScale="9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dirty="0"/>
              <a:t>Title of the Project </a:t>
            </a:r>
            <a:endParaRPr kumimoji="0" lang="ko-KR" altLang="en-US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cs typeface="Arial" panose="020B0604020202020204" pitchFamily="34" charset="0"/>
            </a:endParaRPr>
          </a:p>
        </p:txBody>
      </p:sp>
      <p:grpSp>
        <p:nvGrpSpPr>
          <p:cNvPr id="17446" name="그룹 284"/>
          <p:cNvGrpSpPr/>
          <p:nvPr/>
        </p:nvGrpSpPr>
        <p:grpSpPr>
          <a:xfrm>
            <a:off x="958850" y="3806825"/>
            <a:ext cx="976313" cy="976313"/>
            <a:chOff x="796383" y="4898938"/>
            <a:chExt cx="1198190" cy="1198190"/>
          </a:xfrm>
        </p:grpSpPr>
        <p:sp>
          <p:nvSpPr>
            <p:cNvPr id="141" name="자유형 140"/>
            <p:cNvSpPr/>
            <p:nvPr/>
          </p:nvSpPr>
          <p:spPr>
            <a:xfrm>
              <a:off x="979364" y="5149281"/>
              <a:ext cx="684857" cy="924472"/>
            </a:xfrm>
            <a:custGeom>
              <a:avLst/>
              <a:gdLst>
                <a:gd name="connsiteX0" fmla="*/ 0 w 936104"/>
                <a:gd name="connsiteY0" fmla="*/ 0 h 936104"/>
                <a:gd name="connsiteX1" fmla="*/ 936104 w 936104"/>
                <a:gd name="connsiteY1" fmla="*/ 0 h 936104"/>
                <a:gd name="connsiteX2" fmla="*/ 936104 w 936104"/>
                <a:gd name="connsiteY2" fmla="*/ 936104 h 936104"/>
                <a:gd name="connsiteX3" fmla="*/ 0 w 936104"/>
                <a:gd name="connsiteY3" fmla="*/ 936104 h 936104"/>
                <a:gd name="connsiteX4" fmla="*/ 0 w 936104"/>
                <a:gd name="connsiteY4" fmla="*/ 0 h 936104"/>
                <a:gd name="connsiteX0-1" fmla="*/ 0 w 936104"/>
                <a:gd name="connsiteY0-2" fmla="*/ 66799 h 1002903"/>
                <a:gd name="connsiteX1-3" fmla="*/ 880442 w 936104"/>
                <a:gd name="connsiteY1-4" fmla="*/ 0 h 1002903"/>
                <a:gd name="connsiteX2-5" fmla="*/ 936104 w 936104"/>
                <a:gd name="connsiteY2-6" fmla="*/ 1002903 h 1002903"/>
                <a:gd name="connsiteX3-7" fmla="*/ 0 w 936104"/>
                <a:gd name="connsiteY3-8" fmla="*/ 1002903 h 1002903"/>
                <a:gd name="connsiteX4-9" fmla="*/ 0 w 936104"/>
                <a:gd name="connsiteY4-10" fmla="*/ 66799 h 1002903"/>
                <a:gd name="connsiteX0-11" fmla="*/ 4762 w 940866"/>
                <a:gd name="connsiteY0-12" fmla="*/ 66799 h 1002903"/>
                <a:gd name="connsiteX1-13" fmla="*/ 885204 w 940866"/>
                <a:gd name="connsiteY1-14" fmla="*/ 0 h 1002903"/>
                <a:gd name="connsiteX2-15" fmla="*/ 940866 w 940866"/>
                <a:gd name="connsiteY2-16" fmla="*/ 1002903 h 1002903"/>
                <a:gd name="connsiteX3-17" fmla="*/ 0 w 940866"/>
                <a:gd name="connsiteY3-18" fmla="*/ 950515 h 1002903"/>
                <a:gd name="connsiteX4-19" fmla="*/ 4762 w 940866"/>
                <a:gd name="connsiteY4-20" fmla="*/ 66799 h 1002903"/>
                <a:gd name="connsiteX0-21" fmla="*/ 4762 w 940866"/>
                <a:gd name="connsiteY0-22" fmla="*/ 66799 h 1002903"/>
                <a:gd name="connsiteX1-23" fmla="*/ 885204 w 940866"/>
                <a:gd name="connsiteY1-24" fmla="*/ 0 h 1002903"/>
                <a:gd name="connsiteX2-25" fmla="*/ 940866 w 940866"/>
                <a:gd name="connsiteY2-26" fmla="*/ 1002903 h 1002903"/>
                <a:gd name="connsiteX3-27" fmla="*/ 511200 w 940866"/>
                <a:gd name="connsiteY3-28" fmla="*/ 979191 h 1002903"/>
                <a:gd name="connsiteX4-29" fmla="*/ 0 w 940866"/>
                <a:gd name="connsiteY4-30" fmla="*/ 950515 h 1002903"/>
                <a:gd name="connsiteX5" fmla="*/ 4762 w 940866"/>
                <a:gd name="connsiteY5" fmla="*/ 66799 h 1002903"/>
                <a:gd name="connsiteX0-31" fmla="*/ 4762 w 940866"/>
                <a:gd name="connsiteY0-32" fmla="*/ 66799 h 1002903"/>
                <a:gd name="connsiteX1-33" fmla="*/ 885204 w 940866"/>
                <a:gd name="connsiteY1-34" fmla="*/ 0 h 1002903"/>
                <a:gd name="connsiteX2-35" fmla="*/ 940866 w 940866"/>
                <a:gd name="connsiteY2-36" fmla="*/ 1002903 h 1002903"/>
                <a:gd name="connsiteX3-37" fmla="*/ 511349 w 940866"/>
                <a:gd name="connsiteY3-38" fmla="*/ 919833 h 1002903"/>
                <a:gd name="connsiteX4-39" fmla="*/ 0 w 940866"/>
                <a:gd name="connsiteY4-40" fmla="*/ 950515 h 1002903"/>
                <a:gd name="connsiteX5-41" fmla="*/ 4762 w 940866"/>
                <a:gd name="connsiteY5-42" fmla="*/ 66799 h 1002903"/>
                <a:gd name="connsiteX0-43" fmla="*/ 4762 w 940866"/>
                <a:gd name="connsiteY0-44" fmla="*/ 61020 h 997124"/>
                <a:gd name="connsiteX1-45" fmla="*/ 770581 w 940866"/>
                <a:gd name="connsiteY1-46" fmla="*/ 0 h 997124"/>
                <a:gd name="connsiteX2-47" fmla="*/ 940866 w 940866"/>
                <a:gd name="connsiteY2-48" fmla="*/ 997124 h 997124"/>
                <a:gd name="connsiteX3-49" fmla="*/ 511349 w 940866"/>
                <a:gd name="connsiteY3-50" fmla="*/ 914054 h 997124"/>
                <a:gd name="connsiteX4-51" fmla="*/ 0 w 940866"/>
                <a:gd name="connsiteY4-52" fmla="*/ 944736 h 997124"/>
                <a:gd name="connsiteX5-53" fmla="*/ 4762 w 940866"/>
                <a:gd name="connsiteY5-54" fmla="*/ 61020 h 997124"/>
                <a:gd name="connsiteX0-55" fmla="*/ 4762 w 770581"/>
                <a:gd name="connsiteY0-56" fmla="*/ 61020 h 944736"/>
                <a:gd name="connsiteX1-57" fmla="*/ 770581 w 770581"/>
                <a:gd name="connsiteY1-58" fmla="*/ 0 h 944736"/>
                <a:gd name="connsiteX2-59" fmla="*/ 511349 w 770581"/>
                <a:gd name="connsiteY2-60" fmla="*/ 914054 h 944736"/>
                <a:gd name="connsiteX3-61" fmla="*/ 0 w 770581"/>
                <a:gd name="connsiteY3-62" fmla="*/ 944736 h 944736"/>
                <a:gd name="connsiteX4-63" fmla="*/ 4762 w 770581"/>
                <a:gd name="connsiteY4-64" fmla="*/ 61020 h 944736"/>
                <a:gd name="connsiteX0-65" fmla="*/ 4762 w 770581"/>
                <a:gd name="connsiteY0-66" fmla="*/ 61020 h 944736"/>
                <a:gd name="connsiteX1-67" fmla="*/ 770581 w 770581"/>
                <a:gd name="connsiteY1-68" fmla="*/ 0 h 944736"/>
                <a:gd name="connsiteX2-69" fmla="*/ 506587 w 770581"/>
                <a:gd name="connsiteY2-70" fmla="*/ 933104 h 944736"/>
                <a:gd name="connsiteX3-71" fmla="*/ 0 w 770581"/>
                <a:gd name="connsiteY3-72" fmla="*/ 944736 h 944736"/>
                <a:gd name="connsiteX4-73" fmla="*/ 4762 w 770581"/>
                <a:gd name="connsiteY4-74" fmla="*/ 61020 h 944736"/>
                <a:gd name="connsiteX0-75" fmla="*/ 4762 w 770581"/>
                <a:gd name="connsiteY0-76" fmla="*/ 61020 h 944736"/>
                <a:gd name="connsiteX1-77" fmla="*/ 770581 w 770581"/>
                <a:gd name="connsiteY1-78" fmla="*/ 0 h 944736"/>
                <a:gd name="connsiteX2-79" fmla="*/ 508968 w 770581"/>
                <a:gd name="connsiteY2-80" fmla="*/ 930723 h 944736"/>
                <a:gd name="connsiteX3-81" fmla="*/ 0 w 770581"/>
                <a:gd name="connsiteY3-82" fmla="*/ 944736 h 944736"/>
                <a:gd name="connsiteX4-83" fmla="*/ 4762 w 770581"/>
                <a:gd name="connsiteY4-84" fmla="*/ 61020 h 944736"/>
                <a:gd name="connsiteX0-85" fmla="*/ 9524 w 775343"/>
                <a:gd name="connsiteY0-86" fmla="*/ 61020 h 956642"/>
                <a:gd name="connsiteX1-87" fmla="*/ 775343 w 775343"/>
                <a:gd name="connsiteY1-88" fmla="*/ 0 h 956642"/>
                <a:gd name="connsiteX2-89" fmla="*/ 513730 w 775343"/>
                <a:gd name="connsiteY2-90" fmla="*/ 930723 h 956642"/>
                <a:gd name="connsiteX3-91" fmla="*/ 0 w 775343"/>
                <a:gd name="connsiteY3-92" fmla="*/ 956642 h 956642"/>
                <a:gd name="connsiteX4-93" fmla="*/ 9524 w 775343"/>
                <a:gd name="connsiteY4-94" fmla="*/ 61020 h 956642"/>
                <a:gd name="connsiteX0-95" fmla="*/ 2381 w 775343"/>
                <a:gd name="connsiteY0-96" fmla="*/ 61020 h 956642"/>
                <a:gd name="connsiteX1-97" fmla="*/ 775343 w 775343"/>
                <a:gd name="connsiteY1-98" fmla="*/ 0 h 956642"/>
                <a:gd name="connsiteX2-99" fmla="*/ 513730 w 775343"/>
                <a:gd name="connsiteY2-100" fmla="*/ 930723 h 956642"/>
                <a:gd name="connsiteX3-101" fmla="*/ 0 w 775343"/>
                <a:gd name="connsiteY3-102" fmla="*/ 956642 h 956642"/>
                <a:gd name="connsiteX4-103" fmla="*/ 2381 w 775343"/>
                <a:gd name="connsiteY4-104" fmla="*/ 61020 h 956642"/>
                <a:gd name="connsiteX0-105" fmla="*/ 2381 w 739625"/>
                <a:gd name="connsiteY0-106" fmla="*/ 46732 h 942354"/>
                <a:gd name="connsiteX1-107" fmla="*/ 739625 w 739625"/>
                <a:gd name="connsiteY1-108" fmla="*/ 0 h 942354"/>
                <a:gd name="connsiteX2-109" fmla="*/ 513730 w 739625"/>
                <a:gd name="connsiteY2-110" fmla="*/ 916435 h 942354"/>
                <a:gd name="connsiteX3-111" fmla="*/ 0 w 739625"/>
                <a:gd name="connsiteY3-112" fmla="*/ 942354 h 942354"/>
                <a:gd name="connsiteX4-113" fmla="*/ 2381 w 739625"/>
                <a:gd name="connsiteY4-114" fmla="*/ 46732 h 942354"/>
                <a:gd name="connsiteX0-115" fmla="*/ 2381 w 682475"/>
                <a:gd name="connsiteY0-116" fmla="*/ 6251 h 901873"/>
                <a:gd name="connsiteX1-117" fmla="*/ 682475 w 682475"/>
                <a:gd name="connsiteY1-118" fmla="*/ 0 h 901873"/>
                <a:gd name="connsiteX2-119" fmla="*/ 513730 w 682475"/>
                <a:gd name="connsiteY2-120" fmla="*/ 875954 h 901873"/>
                <a:gd name="connsiteX3-121" fmla="*/ 0 w 682475"/>
                <a:gd name="connsiteY3-122" fmla="*/ 901873 h 901873"/>
                <a:gd name="connsiteX4-123" fmla="*/ 2381 w 682475"/>
                <a:gd name="connsiteY4-124" fmla="*/ 6251 h 901873"/>
                <a:gd name="connsiteX0-125" fmla="*/ 4763 w 684857"/>
                <a:gd name="connsiteY0-126" fmla="*/ 6251 h 918541"/>
                <a:gd name="connsiteX1-127" fmla="*/ 684857 w 684857"/>
                <a:gd name="connsiteY1-128" fmla="*/ 0 h 918541"/>
                <a:gd name="connsiteX2-129" fmla="*/ 516112 w 684857"/>
                <a:gd name="connsiteY2-130" fmla="*/ 875954 h 918541"/>
                <a:gd name="connsiteX3-131" fmla="*/ 0 w 684857"/>
                <a:gd name="connsiteY3-132" fmla="*/ 918541 h 918541"/>
                <a:gd name="connsiteX4-133" fmla="*/ 4763 w 684857"/>
                <a:gd name="connsiteY4-134" fmla="*/ 6251 h 918541"/>
                <a:gd name="connsiteX0-135" fmla="*/ 4763 w 684857"/>
                <a:gd name="connsiteY0-136" fmla="*/ 6251 h 918817"/>
                <a:gd name="connsiteX1-137" fmla="*/ 684857 w 684857"/>
                <a:gd name="connsiteY1-138" fmla="*/ 0 h 918817"/>
                <a:gd name="connsiteX2-139" fmla="*/ 504205 w 684857"/>
                <a:gd name="connsiteY2-140" fmla="*/ 918817 h 918817"/>
                <a:gd name="connsiteX3-141" fmla="*/ 0 w 684857"/>
                <a:gd name="connsiteY3-142" fmla="*/ 918541 h 918817"/>
                <a:gd name="connsiteX4-143" fmla="*/ 4763 w 684857"/>
                <a:gd name="connsiteY4-144" fmla="*/ 6251 h 918817"/>
                <a:gd name="connsiteX0-145" fmla="*/ 4763 w 687238"/>
                <a:gd name="connsiteY0-146" fmla="*/ 0 h 912566"/>
                <a:gd name="connsiteX1-147" fmla="*/ 687238 w 687238"/>
                <a:gd name="connsiteY1-148" fmla="*/ 15181 h 912566"/>
                <a:gd name="connsiteX2-149" fmla="*/ 504205 w 687238"/>
                <a:gd name="connsiteY2-150" fmla="*/ 912566 h 912566"/>
                <a:gd name="connsiteX3-151" fmla="*/ 0 w 687238"/>
                <a:gd name="connsiteY3-152" fmla="*/ 912290 h 912566"/>
                <a:gd name="connsiteX4-153" fmla="*/ 4763 w 687238"/>
                <a:gd name="connsiteY4-154" fmla="*/ 0 h 912566"/>
                <a:gd name="connsiteX0-155" fmla="*/ 4763 w 687238"/>
                <a:gd name="connsiteY0-156" fmla="*/ 0 h 905422"/>
                <a:gd name="connsiteX1-157" fmla="*/ 687238 w 687238"/>
                <a:gd name="connsiteY1-158" fmla="*/ 8037 h 905422"/>
                <a:gd name="connsiteX2-159" fmla="*/ 504205 w 687238"/>
                <a:gd name="connsiteY2-160" fmla="*/ 905422 h 905422"/>
                <a:gd name="connsiteX3-161" fmla="*/ 0 w 687238"/>
                <a:gd name="connsiteY3-162" fmla="*/ 905146 h 905422"/>
                <a:gd name="connsiteX4-163" fmla="*/ 4763 w 687238"/>
                <a:gd name="connsiteY4-164" fmla="*/ 0 h 905422"/>
                <a:gd name="connsiteX0-165" fmla="*/ 4763 w 687238"/>
                <a:gd name="connsiteY0-166" fmla="*/ 0 h 924472"/>
                <a:gd name="connsiteX1-167" fmla="*/ 687238 w 687238"/>
                <a:gd name="connsiteY1-168" fmla="*/ 8037 h 924472"/>
                <a:gd name="connsiteX2-169" fmla="*/ 506587 w 687238"/>
                <a:gd name="connsiteY2-170" fmla="*/ 924472 h 924472"/>
                <a:gd name="connsiteX3-171" fmla="*/ 0 w 687238"/>
                <a:gd name="connsiteY3-172" fmla="*/ 905146 h 924472"/>
                <a:gd name="connsiteX4-173" fmla="*/ 4763 w 687238"/>
                <a:gd name="connsiteY4-174" fmla="*/ 0 h 924472"/>
                <a:gd name="connsiteX0-175" fmla="*/ 2382 w 684857"/>
                <a:gd name="connsiteY0-176" fmla="*/ 0 h 924472"/>
                <a:gd name="connsiteX1-177" fmla="*/ 684857 w 684857"/>
                <a:gd name="connsiteY1-178" fmla="*/ 8037 h 924472"/>
                <a:gd name="connsiteX2-179" fmla="*/ 504206 w 684857"/>
                <a:gd name="connsiteY2-180" fmla="*/ 924472 h 924472"/>
                <a:gd name="connsiteX3-181" fmla="*/ 0 w 684857"/>
                <a:gd name="connsiteY3-182" fmla="*/ 921815 h 924472"/>
                <a:gd name="connsiteX4-183" fmla="*/ 2382 w 684857"/>
                <a:gd name="connsiteY4-184" fmla="*/ 0 h 9244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857" h="924472">
                  <a:moveTo>
                    <a:pt x="2382" y="0"/>
                  </a:moveTo>
                  <a:lnTo>
                    <a:pt x="684857" y="8037"/>
                  </a:lnTo>
                  <a:lnTo>
                    <a:pt x="504206" y="924472"/>
                  </a:lnTo>
                  <a:lnTo>
                    <a:pt x="0" y="921815"/>
                  </a:lnTo>
                  <a:cubicBezTo>
                    <a:pt x="1587" y="627243"/>
                    <a:pt x="795" y="294572"/>
                    <a:pt x="2382" y="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alpha val="34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42" name="타원 141"/>
            <p:cNvSpPr/>
            <p:nvPr/>
          </p:nvSpPr>
          <p:spPr>
            <a:xfrm>
              <a:off x="796383" y="5133047"/>
              <a:ext cx="1198190" cy="4571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63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  <p:sp>
          <p:nvSpPr>
            <p:cNvPr id="143" name="타원 142"/>
            <p:cNvSpPr/>
            <p:nvPr/>
          </p:nvSpPr>
          <p:spPr>
            <a:xfrm rot="5400000">
              <a:off x="1267590" y="5475173"/>
              <a:ext cx="1198190" cy="4571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63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endParaRPr>
            </a:p>
          </p:txBody>
        </p:sp>
      </p:grp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020191" cy="254646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4"/>
            <a:ext cx="2275272" cy="254646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 Box 1"/>
          <p:cNvSpPr txBox="1"/>
          <p:nvPr/>
        </p:nvSpPr>
        <p:spPr>
          <a:xfrm>
            <a:off x="292311" y="728512"/>
            <a:ext cx="4124949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sz="16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IDEA / SOLUTION </a:t>
            </a:r>
            <a:r>
              <a:rPr lang="en-US" sz="18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: </a:t>
            </a:r>
            <a:endParaRPr lang="en-US" sz="18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Franklin Gothic Medium" panose="020B0603020102020204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 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Franklin Gothic Medium" panose="020B0603020102020204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Franklin Gothic Medium" panose="020B0603020102020204"/>
              <a:cs typeface="Times New Roman" panose="02020603050405020304" pitchFamily="18" charset="0"/>
            </a:endParaRPr>
          </a:p>
        </p:txBody>
      </p:sp>
      <p:sp>
        <p:nvSpPr>
          <p:cNvPr id="18" name="Text Box 2"/>
          <p:cNvSpPr txBox="1"/>
          <p:nvPr/>
        </p:nvSpPr>
        <p:spPr>
          <a:xfrm>
            <a:off x="4870862" y="2513389"/>
            <a:ext cx="3915023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Technology Stack used</a:t>
            </a:r>
            <a:r>
              <a:rPr sz="16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: 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3"/>
          <p:cNvSpPr txBox="1"/>
          <p:nvPr/>
        </p:nvSpPr>
        <p:spPr>
          <a:xfrm>
            <a:off x="4822578" y="688089"/>
            <a:ext cx="391502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Problem Resolution</a:t>
            </a:r>
            <a:r>
              <a:rPr sz="1600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Franklin Gothic Medium" panose="020B0603020102020204"/>
                <a:cs typeface="Times New Roman" panose="02020603050405020304" pitchFamily="18" charset="0"/>
              </a:rPr>
              <a:t> : </a:t>
            </a:r>
            <a:endParaRPr sz="1600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Franklin Gothic Medium" panose="020B0603020102020204"/>
              <a:cs typeface="Times New Roman" panose="02020603050405020304" pitchFamily="18" charset="0"/>
            </a:endParaRPr>
          </a:p>
        </p:txBody>
      </p:sp>
      <p:sp>
        <p:nvSpPr>
          <p:cNvPr id="20" name="Rectangles 4"/>
          <p:cNvSpPr/>
          <p:nvPr/>
        </p:nvSpPr>
        <p:spPr>
          <a:xfrm>
            <a:off x="4822578" y="641964"/>
            <a:ext cx="3915022" cy="1640804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s 7"/>
          <p:cNvSpPr/>
          <p:nvPr/>
        </p:nvSpPr>
        <p:spPr>
          <a:xfrm>
            <a:off x="4822578" y="2513389"/>
            <a:ext cx="3936667" cy="2250702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s 11"/>
          <p:cNvSpPr/>
          <p:nvPr/>
        </p:nvSpPr>
        <p:spPr>
          <a:xfrm>
            <a:off x="198120" y="653664"/>
            <a:ext cx="4301873" cy="41294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직사각형 81"/>
          <p:cNvSpPr/>
          <p:nvPr/>
        </p:nvSpPr>
        <p:spPr>
          <a:xfrm>
            <a:off x="604211" y="2186181"/>
            <a:ext cx="1616076" cy="289593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">
              <a:defRPr/>
            </a:pPr>
            <a:r>
              <a:rPr lang="en-US" sz="1600" b="1" dirty="0"/>
              <a:t> </a:t>
            </a:r>
            <a:endParaRPr lang="en-US" sz="1600" dirty="0"/>
          </a:p>
        </p:txBody>
      </p:sp>
      <p:sp>
        <p:nvSpPr>
          <p:cNvPr id="118" name="오각형 117"/>
          <p:cNvSpPr/>
          <p:nvPr/>
        </p:nvSpPr>
        <p:spPr>
          <a:xfrm flipH="1">
            <a:off x="2444750" y="3497110"/>
            <a:ext cx="6699250" cy="952500"/>
          </a:xfrm>
          <a:prstGeom prst="homePlate">
            <a:avLst>
              <a:gd name="adj" fmla="val 535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1716088" y="2015973"/>
            <a:ext cx="423863" cy="28575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E81CE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1716088" y="3300260"/>
            <a:ext cx="423863" cy="28575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CCFF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30321" y="3796795"/>
            <a:ext cx="1592229" cy="30394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/>
              <a:t>CHALLENGES:</a:t>
            </a:r>
            <a:endParaRPr lang="en-US" sz="1400" b="1" dirty="0"/>
          </a:p>
        </p:txBody>
      </p:sp>
      <p:sp>
        <p:nvSpPr>
          <p:cNvPr id="5" name="제목 1"/>
          <p:cNvSpPr>
            <a:spLocks noGrp="1"/>
          </p:cNvSpPr>
          <p:nvPr>
            <p:ph type="ctrTitle" hasCustomPrompt="1"/>
          </p:nvPr>
        </p:nvSpPr>
        <p:spPr>
          <a:xfrm>
            <a:off x="539750" y="74848"/>
            <a:ext cx="7772401" cy="43113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lIns="91426" tIns="45712" rIns="91426" bIns="45712" rtlCol="0" anchor="ctr">
            <a:normAutofit fontScale="9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dirty="0"/>
              <a:t>Title of the Project </a:t>
            </a:r>
            <a:endParaRPr kumimoji="0" lang="ko-KR" altLang="en-US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619250" y="771525"/>
            <a:ext cx="6000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1" hangingPunct="1"/>
            <a:r>
              <a:rPr lang="en-US" sz="20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  <a:sym typeface="+mn-ea"/>
              </a:rPr>
              <a:t>TECHNICAL APPROACH</a:t>
            </a:r>
            <a:endParaRPr lang="en-US" sz="20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131820" y="1242060"/>
            <a:ext cx="2565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FLOW DIAGRAM</a:t>
            </a:r>
            <a:endParaRPr lang="en-US" sz="1600" b="1" dirty="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ctrTitle" hasCustomPrompt="1"/>
          </p:nvPr>
        </p:nvSpPr>
        <p:spPr>
          <a:xfrm>
            <a:off x="539750" y="74848"/>
            <a:ext cx="7772401" cy="43113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lIns="91426" tIns="45712" rIns="91426" bIns="45712" rtlCol="0" anchor="ctr">
            <a:normAutofit fontScale="9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dirty="0"/>
              <a:t>Title of the Project </a:t>
            </a:r>
            <a:endParaRPr kumimoji="0" lang="ko-KR" altLang="en-US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83012" y="843558"/>
            <a:ext cx="35775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AND FEASIBILITY: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ctrTitle" hasCustomPrompt="1"/>
          </p:nvPr>
        </p:nvSpPr>
        <p:spPr>
          <a:xfrm>
            <a:off x="539750" y="74848"/>
            <a:ext cx="7772401" cy="431130"/>
          </a:xfrm>
          <a:effectLst/>
          <a:scene3d>
            <a:camera prst="orthographicFront"/>
            <a:lightRig rig="balanced" dir="t"/>
          </a:scene3d>
          <a:sp3d prstMaterial="plastic"/>
        </p:spPr>
        <p:txBody>
          <a:bodyPr lIns="91426" tIns="45712" rIns="91426" bIns="45712" rtlCol="0" anchor="ctr">
            <a:normAutofit fontScale="9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dirty="0"/>
              <a:t>Title of the Project </a:t>
            </a:r>
            <a:endParaRPr kumimoji="0" lang="ko-KR" altLang="en-US" sz="32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9475" y="699135"/>
            <a:ext cx="2815590" cy="7416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eaLnBrk="1" hangingPunct="1"/>
            <a:br>
              <a:rPr lang="en-US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  <a:sym typeface="+mn-ea"/>
              </a:rPr>
            </a:br>
            <a:r>
              <a:rPr lang="en-US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  <a:sym typeface="+mn-ea"/>
              </a:rPr>
              <a:t>IMPACT AND BENEFITS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Box 5"/>
          <p:cNvSpPr txBox="1"/>
          <p:nvPr/>
        </p:nvSpPr>
        <p:spPr>
          <a:xfrm>
            <a:off x="292100" y="3681413"/>
            <a:ext cx="8559800" cy="6724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 latinLnBrk="1">
              <a:lnSpc>
                <a:spcPct val="7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THANK YOU</a:t>
            </a:r>
            <a:endParaRPr lang="ko-KR" altLang="en-US" sz="5400" dirty="0">
              <a:solidFill>
                <a:schemeClr val="bg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WPS Presentation</Application>
  <PresentationFormat>On-screen Show (16:9)</PresentationFormat>
  <Paragraphs>62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Malgun Gothic</vt:lpstr>
      <vt:lpstr>굴림</vt:lpstr>
      <vt:lpstr>Franklin Gothic Medium</vt:lpstr>
      <vt:lpstr>Calibri</vt:lpstr>
      <vt:lpstr>Microsoft YaHei</vt:lpstr>
      <vt:lpstr>Arial Unicode MS</vt:lpstr>
      <vt:lpstr>BatangChe</vt:lpstr>
      <vt:lpstr>Segoe Print</vt:lpstr>
      <vt:lpstr>Times New Roman</vt:lpstr>
      <vt:lpstr>MS PGothic</vt:lpstr>
      <vt:lpstr>Office 테마</vt:lpstr>
      <vt:lpstr>PowerPoint 演示文稿</vt:lpstr>
      <vt:lpstr>Title of the Project </vt:lpstr>
      <vt:lpstr>Title of the Project </vt:lpstr>
      <vt:lpstr>Title of the Project </vt:lpstr>
      <vt:lpstr>Title of the Project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TITLE SLIDE</dc:title>
  <dc:creator>aram</dc:creator>
  <cp:lastModifiedBy>Sakthi Sabareesh</cp:lastModifiedBy>
  <cp:revision>644</cp:revision>
  <dcterms:created xsi:type="dcterms:W3CDTF">2013-05-06T11:53:00Z</dcterms:created>
  <dcterms:modified xsi:type="dcterms:W3CDTF">2025-12-28T11:01:38Z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F9F733B6743D4329A3E76CFB858EC8CC</vt:lpwstr>
  </property>
</Properties>
</file>